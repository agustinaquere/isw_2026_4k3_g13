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6858000" cx="12192000"/>
  <p:notesSz cx="6858000" cy="12192000"/>
  <p:embeddedFontLst>
    <p:embeddedFont>
      <p:font typeface="IBM Plex Sans"/>
      <p:regular r:id="rId23"/>
      <p:bold r:id="rId24"/>
      <p:italic r:id="rId25"/>
      <p:boldItalic r:id="rId26"/>
    </p:embeddedFont>
    <p:embeddedFont>
      <p:font typeface="JetBrains Mono"/>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35FD4F5-A206-4223-8624-4838E2B06004}">
  <a:tblStyle styleId="{D35FD4F5-A206-4223-8624-4838E2B06004}"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IBMPlexSans-bold.fntdata"/><Relationship Id="rId23" Type="http://schemas.openxmlformats.org/officeDocument/2006/relationships/font" Target="fonts/IBMPlexSans-regular.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IBMPlexSans-boldItalic.fntdata"/><Relationship Id="rId25" Type="http://schemas.openxmlformats.org/officeDocument/2006/relationships/font" Target="fonts/IBMPlexSans-italic.fntdata"/><Relationship Id="rId28" Type="http://schemas.openxmlformats.org/officeDocument/2006/relationships/font" Target="fonts/JetBrainsMono-bold.fntdata"/><Relationship Id="rId27" Type="http://schemas.openxmlformats.org/officeDocument/2006/relationships/font" Target="fonts/JetBrainsMono-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JetBrainsMono-italic.fntdata"/><Relationship Id="rId7" Type="http://schemas.openxmlformats.org/officeDocument/2006/relationships/slide" Target="slides/slide2.xml"/><Relationship Id="rId8" Type="http://schemas.openxmlformats.org/officeDocument/2006/relationships/slide" Target="slides/slide3.xml"/><Relationship Id="rId30" Type="http://schemas.openxmlformats.org/officeDocument/2006/relationships/font" Target="fonts/JetBrainsMono-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1pPr>
            <a:lvl2pPr lvl="1"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2pPr>
            <a:lvl3pPr lvl="2"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3pPr>
            <a:lvl4pPr lvl="3"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4pPr>
            <a:lvl5pPr lvl="4"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5pPr>
            <a:lvl6pPr lvl="5"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6pPr>
            <a:lvl7pPr lvl="6"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7pPr>
            <a:lvl8pPr lvl="7"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8pPr>
            <a:lvl9pPr lvl="8"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1pPr>
            <a:lvl2pPr lvl="1"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2pPr>
            <a:lvl3pPr lvl="2"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3pPr>
            <a:lvl4pPr lvl="3"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4pPr>
            <a:lvl5pPr lvl="4"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5pPr>
            <a:lvl6pPr lvl="5"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6pPr>
            <a:lvl7pPr lvl="6"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7pPr>
            <a:lvl8pPr lvl="7"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8pPr>
            <a:lvl9pPr lvl="8"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1pPr>
            <a:lvl2pPr indent="-228600" lvl="1" marL="9144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2pPr>
            <a:lvl3pPr indent="-228600" lvl="2" marL="13716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3pPr>
            <a:lvl4pPr indent="-228600" lvl="3" marL="18288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4pPr>
            <a:lvl5pPr indent="-228600" lvl="4" marL="22860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5pPr>
            <a:lvl6pPr indent="-228600" lvl="5" marL="27432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6pPr>
            <a:lvl7pPr indent="-228600" lvl="6" marL="32004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7pPr>
            <a:lvl8pPr indent="-228600" lvl="7" marL="36576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8pPr>
            <a:lvl9pPr indent="-228600" lvl="8" marL="41148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1pPr>
            <a:lvl2pPr lvl="1"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2pPr>
            <a:lvl3pPr lvl="2"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3pPr>
            <a:lvl4pPr lvl="3"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4pPr>
            <a:lvl5pPr lvl="4"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5pPr>
            <a:lvl6pPr lvl="5"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6pPr>
            <a:lvl7pPr lvl="6"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7pPr>
            <a:lvl8pPr lvl="7"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8pPr>
            <a:lvl9pPr lvl="8"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IBM Plex Sans"/>
                <a:ea typeface="IBM Plex Sans"/>
                <a:cs typeface="IBM Plex Sans"/>
                <a:sym typeface="IBM Plex Sans"/>
              </a:rPr>
              <a:t>‹#›</a:t>
            </a:fld>
            <a:endParaRPr b="0" i="0" sz="1200" u="none" cap="none" strike="noStrike">
              <a:solidFill>
                <a:schemeClr val="dk1"/>
              </a:solidFill>
              <a:latin typeface="IBM Plex Sans"/>
              <a:ea typeface="IBM Plex Sans"/>
              <a:cs typeface="IBM Plex Sans"/>
              <a:sym typeface="IBM Plex Sans"/>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 name="Shape 16"/>
        <p:cNvGrpSpPr/>
        <p:nvPr/>
      </p:nvGrpSpPr>
      <p:grpSpPr>
        <a:xfrm>
          <a:off x="0" y="0"/>
          <a:ext cx="0" cy="0"/>
          <a:chOff x="0" y="0"/>
          <a:chExt cx="0" cy="0"/>
        </a:xfrm>
      </p:grpSpPr>
      <p:sp>
        <p:nvSpPr>
          <p:cNvPr id="17" name="Google Shape;1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 name="Google Shape;18;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Buenas, somos el grupo 13 de la 4K3. Nos tocó el escenario 6: un banco que quiere cambiar el modelo que detecta fraudes en las tarjetas de crédito. Les vamos a contar cómo haríamos ese despliegue. [~12 s]</a:t>
            </a:r>
            <a:endParaRPr/>
          </a:p>
        </p:txBody>
      </p:sp>
      <p:sp>
        <p:nvSpPr>
          <p:cNvPr id="19" name="Google Shape;19;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 name="Google Shape;49;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Imaginen que están pagando en el súper y la tarjeta sale rechazada sin que hayan hecho nada raro. Eso es un falso positivo. Si el modelo deja pasar un fraude, es un falso negativo. Y cuando el banco cambia de modelo, esos dos errores se mueven, y los fraudes recién se confirman días después. [~22 s]</a:t>
            </a:r>
            <a:endParaRPr/>
          </a:p>
        </p:txBody>
      </p:sp>
      <p:sp>
        <p:nvSpPr>
          <p:cNvPr id="50" name="Google Shape;50;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 name="Google Shape;74;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Primero, qué desplegamos. No es solo código: son cuatro cosas. El código, los datos de entrenamiento, el modelo y la configuración, sobre todo el umbral que decide cuándo se bloquea una compra. Las versionamos juntas para poder repetir el despliegue y volver atrás. [~17 s]</a:t>
            </a:r>
            <a:endParaRPr/>
          </a:p>
        </p:txBody>
      </p:sp>
      <p:sp>
        <p:nvSpPr>
          <p:cNvPr id="75" name="Google Shape;75;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 name="Google Shape;102;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Cada tipo de producto se despliega distinto. En una app móvil cada usuario actualiza cuando quiere, así que volver atrás es lento. En un servicio en la nube lo desplegamos nosotros y se vuelve atrás redirigiendo tráfico. Nuestro modelo es de este último tipo: el banco controla el cambio. [~17 s]</a:t>
            </a:r>
            <a:endParaRPr/>
          </a:p>
        </p:txBody>
      </p:sp>
      <p:sp>
        <p:nvSpPr>
          <p:cNvPr id="103" name="Google Shape;103;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 name="Google Shape;112;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Vimos seis estrategias. Todo de una vez, sin red. Rolling, por tandas de servidores. Blue-green, con dos entornos iguales. Canary, con un grupo chico de usuarios primero. A/B, para comparar dos versiones. Y shadow, donde el modelo nuevo recibe una copia del tráfico pero no decide. Cada una tiene sus herramientas: Kubernetes, Argo Rollouts, KServe, SageMaker e Istio. [~24 s]</a:t>
            </a:r>
            <a:endParaRPr/>
          </a:p>
        </p:txBody>
      </p:sp>
      <p:sp>
        <p:nvSpPr>
          <p:cNvPr id="113" name="Google Shape;113;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5" name="Google Shape;225;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600"/>
              </a:spcAft>
              <a:buNone/>
            </a:pPr>
            <a:r>
              <a:rPr lang="es-AR"/>
              <a:t>Proponemos combinar dos. Primero, catorce días en sombra: el modelo nuevo ve tráfico real pero no decide, y lo comparamos con el actual sin riesgo. Después, canary: uno, cinco y veinticinco por ciento, con un tiempo mínimo en cada etapa, y recién ahí el cien. Para avanzar, frente a la versión actual, se tienen que cumplir estos cuatro umbrales. Si algo falla, abortamos y todo el tráfico vuelve a la 1.4.2, que nunca se apagó. Tiempos y umbrales son propuesta nuestra. [~30 s]</a:t>
            </a:r>
          </a:p>
        </p:txBody>
      </p:sp>
      <p:sp>
        <p:nvSpPr>
          <p:cNvPr id="226" name="Google Shape;226;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3" name="Google Shape;263;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600"/>
              </a:spcAft>
              <a:buNone/>
            </a:pPr>
            <a:r>
              <a:rPr lang="es-AR"/>
              <a:t>Este es el plan de release, con los catorce puntos del checklist de la cátedra. Acá van los siete primeros. El más importante es el artefacto: desplegamos el modelo 2.0.0 y, si hace falta, volvemos exactamente a la 1.4.2. [~14 s]</a:t>
            </a:r>
          </a:p>
        </p:txBody>
      </p:sp>
      <p:sp>
        <p:nvSpPr>
          <p:cNvPr id="264" name="Google Shape;264;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2" name="Google Shape;272;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600"/>
              </a:spcAft>
              <a:buNone/>
            </a:pPr>
            <a:r>
              <a:rPr lang="es-AR"/>
              <a:t>Los otros siete. El horario: un martes a las diez, un día hábil sin picos de compras y con todas las áreas disponibles. Y el último, el rollback: todo el tráfico vuelve a la 1.4.2. [~14 s]</a:t>
            </a:r>
          </a:p>
        </p:txBody>
      </p:sp>
      <p:sp>
        <p:nvSpPr>
          <p:cNvPr id="273" name="Google Shape;273;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1" name="Google Shape;281;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600"/>
              </a:spcAft>
              <a:buNone/>
            </a:pPr>
            <a:r>
              <a:rPr lang="es-AR"/>
              <a:t>Cada paso del proceso tiene su responsable. Ciencia de datos entrena. Riesgos valida por separado, porque el BCRA pide separar funciones. El comité de control de cambios aprueba, como vimos en SCM. Ingeniería de ML y Operaciones despliegan, y los analistas de fraude monitorean. Seguridad y gestión de configuración acompañan todo. [~20 s]</a:t>
            </a:r>
          </a:p>
        </p:txBody>
      </p:sp>
      <p:sp>
        <p:nvSpPr>
          <p:cNvPr id="282" name="Google Shape;282;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9" name="Google Shape;309;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600"/>
              </a:spcAft>
              <a:buNone/>
            </a:pPr>
            <a:r>
              <a:rPr lang="es-AR"/>
              <a:t>DevOps no es un rol ni una herramienta: es una cultura donde desarrollo y operaciones comparten la responsabilidad, automatizan y miden. MLOps lleva esa idea a ML. De ahí salen las prácticas continuas, y en ML se suma el entrenamiento continuo. Para un banco elegimos entrega continua, porque el último paso a producción necesita aprobación. Según Google, apuntamos al nivel dos de madurez. [~24 s]</a:t>
            </a:r>
          </a:p>
        </p:txBody>
      </p:sp>
      <p:sp>
        <p:nvSpPr>
          <p:cNvPr id="310" name="Google Shape;310;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4" name="Google Shape;344;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600"/>
              </a:spcAft>
              <a:buNone/>
            </a:pPr>
            <a:r>
              <a:rPr lang="es-AR"/>
              <a:t>Desde SCM, cada pieza es un ítem de configuración. Ojo: la línea base no es la versión del modelo, es el conjunto de ítems aprobados bajo una etiqueta. Hoy está la LB-07, con el modelo 1.4.2. El comité aprueba el cambio y nace la LB-08, con el 2.0.0. Después, auditoría funcional y física, y una nota de release. [~22 s]</a:t>
            </a:r>
          </a:p>
        </p:txBody>
      </p:sp>
      <p:sp>
        <p:nvSpPr>
          <p:cNvPr id="345" name="Google Shape;345;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5" name="Google Shape;375;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600"/>
              </a:spcAft>
              <a:buNone/>
            </a:pPr>
            <a:r>
              <a:rPr lang="es-AR"/>
              <a:t>En seguridad: accesos mínimos, entornos separados y cambios aprobados y reversibles, como pide la Comunicación A 7724 del BCRA. Desde diciembre, además, la A 8471 exige a los bancos un programa antifraude con monitoreo. Y según NIST un modelo puede ser atacado, por eso validamos y monitoreamos. [~18 s]</a:t>
            </a:r>
          </a:p>
        </p:txBody>
      </p:sp>
      <p:sp>
        <p:nvSpPr>
          <p:cNvPr id="376" name="Google Shape;376;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8" name="Google Shape;408;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600"/>
              </a:spcAft>
              <a:buNone/>
            </a:pPr>
            <a:r>
              <a:rPr lang="es-AR"/>
              <a:t>Para cerrar: un modelo antifraude se reemplaza de a poco y siempre pudiendo volver atrás. El semáforo no lo inventamos: es lo que hace Argo Rollouts. Nuestro aporte son los umbrales: como el fraude se confirma días después, decidimos con métricas proxy, como los bloqueos, comparadas contra el modelo actual. [~20 s]</a:t>
            </a:r>
          </a:p>
        </p:txBody>
      </p:sp>
      <p:sp>
        <p:nvSpPr>
          <p:cNvPr id="409" name="Google Shape;409;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0" name="Google Shape;430;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600"/>
              </a:spcAft>
              <a:buNone/>
            </a:pPr>
            <a:r>
              <a:rPr lang="es-AR"/>
              <a:t>Gracias. ¿Preguntas? [~5 s]</a:t>
            </a:r>
          </a:p>
          <a:p>
            <a:pPr indent="0" lvl="0" marL="0" rtl="0" algn="l">
              <a:spcBef>
                <a:spcPts val="0"/>
              </a:spcBef>
              <a:spcAft>
                <a:spcPts val="600"/>
              </a:spcAft>
              <a:buNone/>
            </a:pPr>
            <a:r>
              <a:rPr lang="es-AR"/>
              <a:t>PREPARACIÓN PARA PREGUNTAS (no se dice en la exposición)</a:t>
            </a:r>
          </a:p>
          <a:p>
            <a:pPr indent="0" lvl="0" marL="0" rtl="0" algn="l">
              <a:spcBef>
                <a:spcPts val="0"/>
              </a:spcBef>
              <a:spcAft>
                <a:spcPts val="600"/>
              </a:spcAft>
              <a:buNone/>
            </a:pPr>
            <a:r>
              <a:rPr lang="es-AR"/>
              <a:t>1) ¿Por qué no todo de una vez? Porque no sabemos de antemano cuál de los dos errores (falso positivo o falso negativo) empeora, y sin etapas no hay forma de frenar a tiempo.</a:t>
            </a:r>
          </a:p>
          <a:p>
            <a:pPr indent="0" lvl="0" marL="0" rtl="0" algn="l">
              <a:spcBef>
                <a:spcPts val="0"/>
              </a:spcBef>
              <a:spcAft>
                <a:spcPts val="600"/>
              </a:spcAft>
              <a:buNone/>
            </a:pPr>
            <a:r>
              <a:rPr lang="es-AR"/>
              <a:t>2) ¿Cómo saben si el nuevo es mejor si las etiquetas de fraude llegan tarde? El fraude se confirma días después, por reclamos o cuando pasa un tiempo sin reclamo. Mientras tanto miramos métricas proxy (tasa de bloqueos frente a v1, distribución de scores, desacuerdo entre v1 y v2 en sombra, alertas que confirman los analistas) y después contrastamos con las etiquetas definitivas.</a:t>
            </a:r>
          </a:p>
          <a:p>
            <a:pPr indent="0" lvl="0" marL="0" rtl="0" algn="l">
              <a:spcBef>
                <a:spcPts val="0"/>
              </a:spcBef>
              <a:spcAft>
                <a:spcPts val="600"/>
              </a:spcAft>
              <a:buNone/>
            </a:pPr>
            <a:r>
              <a:rPr lang="es-AR"/>
              <a:t>3) ¿Canary o A/B? Canary libera de a poco para limitar el riesgo; A/B es un experimento que compara dos versiones con una métrica de negocio. Se parecen en el reparto de tráfico, no en el objetivo.</a:t>
            </a:r>
          </a:p>
          <a:p>
            <a:pPr indent="0" lvl="0" marL="0" rtl="0" algn="l">
              <a:spcBef>
                <a:spcPts val="0"/>
              </a:spcBef>
              <a:spcAft>
                <a:spcPts val="600"/>
              </a:spcAft>
              <a:buNone/>
            </a:pPr>
            <a:r>
              <a:rPr lang="es-AR"/>
              <a:t>4) ¿Entrega continua o despliegue continuo? En entrega continua el último paso a producción es manual; en despliegue continuo es automático. En un banco los cambios necesitan aprobación: la A 7724 (punto 7.2) pide registrar, evaluar, aprobar y comunicar los cambios antes de producción.</a:t>
            </a:r>
          </a:p>
          <a:p>
            <a:pPr indent="0" lvl="0" marL="0" rtl="0" algn="l">
              <a:spcBef>
                <a:spcPts val="0"/>
              </a:spcBef>
              <a:spcAft>
                <a:spcPts val="600"/>
              </a:spcAft>
              <a:buNone/>
            </a:pPr>
            <a:r>
              <a:rPr lang="es-AR"/>
              <a:t>5) ¿Por qué no rolling? Rolling reemplaza servidores por tandas: el porcentaje de tráfico depende de cuántos servidores ya se actualizaron y no se detiene a evaluar entre tandas. En canary también conviven dos versiones, pero fijamos el porcentaje exacto (1, 5, 25 %) y frenamos en cada etapa hasta que el semáforo da verde.</a:t>
            </a:r>
          </a:p>
          <a:p>
            <a:pPr indent="0" lvl="0" marL="0" rtl="0" algn="l">
              <a:spcBef>
                <a:spcPts val="0"/>
              </a:spcBef>
              <a:spcAft>
                <a:spcPts val="600"/>
              </a:spcAft>
              <a:buNone/>
            </a:pPr>
            <a:r>
              <a:rPr lang="es-AR"/>
              <a:t>6) ¿Y si el fraude cambia con el tiempo (deriva)? El monitoreo lo detecta y el entrenamiento continuo genera un candidato que pasa por el mismo camino: sombra, canary y semáforo.</a:t>
            </a:r>
          </a:p>
          <a:p>
            <a:pPr indent="0" lvl="0" marL="0" rtl="0" algn="l">
              <a:spcBef>
                <a:spcPts val="0"/>
              </a:spcBef>
              <a:spcAft>
                <a:spcPts val="600"/>
              </a:spcAft>
              <a:buNone/>
            </a:pPr>
            <a:r>
              <a:rPr lang="es-AR"/>
              <a:t>7) ¿Por qué martes a las 10? Es una propuesta: día hábil, lejos de fin de mes, aguinaldo, Hot Sale o Cyber Monday, y con Fraude, Riesgos y TI trabajando para reaccionar. De noche hay menos tráfico, pero no hay gente para responder si algo sale mal. La ventana real la fija el banco con su calendario de cambios.</a:t>
            </a:r>
          </a:p>
          <a:p>
            <a:pPr indent="0" lvl="0" marL="0" rtl="0" algn="l">
              <a:spcBef>
                <a:spcPts val="0"/>
              </a:spcBef>
              <a:spcAft>
                <a:spcPts val="600"/>
              </a:spcAft>
              <a:buNone/>
            </a:pPr>
            <a:r>
              <a:rPr lang="es-AR"/>
              <a:t>8) ¿La sombra agrega demora al cliente? No debería: la copia del tráfico se envía aparte y su respuesta se descarta; la decisión la sigue tomando el modelo actual.</a:t>
            </a:r>
          </a:p>
          <a:p>
            <a:pPr indent="0" lvl="0" marL="0" rtl="0" algn="l">
              <a:spcBef>
                <a:spcPts val="0"/>
              </a:spcBef>
              <a:spcAft>
                <a:spcPts val="600"/>
              </a:spcAft>
              <a:buNone/>
            </a:pPr>
            <a:r>
              <a:rPr lang="es-AR"/>
              <a:t>9) ¿Los porcentajes, tiempos y umbrales son una regla? No, son propuesta del grupo. Lo obligatorio es tenerlos definidos: la A 7724 (punto 4.6) pide definir métricas y umbrales precisos para evaluar los modelos de IA. El banco los ajustaría con Riesgos.</a:t>
            </a:r>
          </a:p>
          <a:p>
            <a:pPr indent="0" lvl="0" marL="0" rtl="0" algn="l">
              <a:spcBef>
                <a:spcPts val="0"/>
              </a:spcBef>
              <a:spcAft>
                <a:spcPts val="600"/>
              </a:spcAft>
              <a:buNone/>
            </a:pPr>
            <a:r>
              <a:rPr lang="es-AR"/>
              <a:t>10) ¿Por qué 14 días de sombra? Para cubrir dos semanas completas (días hábiles, fines de semana y algún día de cobro) y juntar fraudes ya confirmados por analistas o por reclamos para comparar con v1.</a:t>
            </a:r>
          </a:p>
          <a:p>
            <a:pPr indent="0" lvl="0" marL="0" rtl="0" algn="l">
              <a:spcBef>
                <a:spcPts val="0"/>
              </a:spcBef>
              <a:spcAft>
                <a:spcPts val="600"/>
              </a:spcAft>
              <a:buNone/>
            </a:pPr>
            <a:r>
              <a:rPr lang="es-AR"/>
              <a:t>11) ¿El semáforo es original? El mecanismo no: Argo Rollouts lo hace con su análisis (exitoso: sigue; no concluyente: pausa; fallido: aborta), y Netflix con Kayenta. Nuestro aporte son las métricas y los umbrales para un caso en el que el fraude se confirma tarde.</a:t>
            </a:r>
          </a:p>
          <a:p>
            <a:pPr indent="0" lvl="0" marL="0" rtl="0" algn="l">
              <a:spcBef>
                <a:spcPts val="0"/>
              </a:spcBef>
              <a:spcAft>
                <a:spcPts val="600"/>
              </a:spcAft>
              <a:buNone/>
            </a:pPr>
            <a:r>
              <a:rPr lang="es-AR"/>
              <a:t>12) ¿Cómo vuelven atrás exactamente? Durante el canary la 1.4.2 sigue corriendo: abortar es mandarle el 100 % del tráfico (abort en Argo Rollouts). No hay que reinstalar nada. Después, en MLflow, el alias champion vuelve a apuntar a la versión 7 del registro (la 1.4.2) para que el próximo despliegue parta de ahí.</a:t>
            </a:r>
          </a:p>
          <a:p>
            <a:pPr indent="0" lvl="0" marL="0" rtl="0" algn="l">
              <a:spcBef>
                <a:spcPts val="0"/>
              </a:spcBef>
              <a:spcAft>
                <a:spcPts val="600"/>
              </a:spcAft>
              <a:buNone/>
            </a:pPr>
            <a:r>
              <a:rPr lang="es-AR"/>
              <a:t>13) ¿Un comité de cambios no va contra lo ágil? La filmina de SCM (pág. 57) deja esa pregunta abierta. En un banco la aprobación es obligatoria (A 7724, punto 7.2). Lo ágil es todo lo anterior: el pipeline deja el modelo listo y el comité aprueba solo el último paso. Por eso entrega continua y no despliegue continuo.</a:t>
            </a:r>
          </a:p>
          <a:p>
            <a:pPr indent="0" lvl="0" marL="0" rtl="0" algn="l">
              <a:spcBef>
                <a:spcPts val="0"/>
              </a:spcBef>
              <a:spcAft>
                <a:spcPts val="600"/>
              </a:spcAft>
              <a:buNone/>
            </a:pPr>
            <a:r>
              <a:rPr lang="es-AR"/>
              <a:t>14) ¿Cómo versionan los datos? Con una copia fechada que no se modifica del conjunto de entrenamiento, identificada por un hash (por ejemplo, con DVC). Esa versión de los datos es un ítem de la línea base.</a:t>
            </a:r>
          </a:p>
          <a:p>
            <a:pPr indent="0" lvl="0" marL="0" rtl="0" algn="l">
              <a:spcBef>
                <a:spcPts val="0"/>
              </a:spcBef>
              <a:spcAft>
                <a:spcPts val="600"/>
              </a:spcAft>
              <a:buNone/>
            </a:pPr>
            <a:r>
              <a:rPr lang="es-AR"/>
              <a:t>15) ¿Línea base es lo mismo que versión? No (filmina de SCM, pág. 27: «No confundir con la versión del producto»). La línea base es el conjunto de ítems aprobados bajo una etiqueta (LB-07, LB-08); la versión es de cada ítem (modelo 1.4.2).</a:t>
            </a:r>
          </a:p>
          <a:p>
            <a:pPr indent="0" lvl="0" marL="0" rtl="0" algn="l">
              <a:spcBef>
                <a:spcPts val="0"/>
              </a:spcBef>
              <a:spcAft>
                <a:spcPts val="600"/>
              </a:spcAft>
              <a:buNone/>
            </a:pPr>
            <a:r>
              <a:rPr lang="es-AR"/>
              <a:t>16) ¿Por qué 1.4.2 y también «v7»? 1.4.2 es la versión del release (versionado semántico). MLflow numera cada modelo registrado con enteros: la 1.4.2 es la versión 7 del registro y la 2.0.0 es la 8.</a:t>
            </a:r>
          </a:p>
          <a:p>
            <a:pPr indent="0" lvl="0" marL="0" rtl="0" algn="l">
              <a:spcBef>
                <a:spcPts val="0"/>
              </a:spcBef>
              <a:spcAft>
                <a:spcPts val="600"/>
              </a:spcAft>
              <a:buNone/>
            </a:pPr>
            <a:r>
              <a:rPr lang="es-AR"/>
              <a:t>GLOSARIO (una frase por término)</a:t>
            </a:r>
          </a:p>
          <a:p>
            <a:pPr indent="0" lvl="0" marL="0" rtl="0" algn="l">
              <a:spcBef>
                <a:spcPts val="0"/>
              </a:spcBef>
              <a:spcAft>
                <a:spcPts val="600"/>
              </a:spcAft>
              <a:buNone/>
            </a:pPr>
            <a:r>
              <a:rPr lang="es-AR"/>
              <a:t>Digest: huella única (hash) de la imagen del contenedor; si cambia un byte, cambia el digest. Garantiza que lo desplegado es exactamente lo aprobado.</a:t>
            </a:r>
          </a:p>
          <a:p>
            <a:pPr indent="0" lvl="0" marL="0" rtl="0" algn="l">
              <a:spcBef>
                <a:spcPts val="0"/>
              </a:spcBef>
              <a:spcAft>
                <a:spcPts val="600"/>
              </a:spcAft>
              <a:buNone/>
            </a:pPr>
            <a:r>
              <a:rPr lang="es-AR"/>
              <a:t>Alias (MLflow): un nombre, como champion, que apunta a una versión del modelo; moverlo cambia cuál se usa sin tocar los modelos.</a:t>
            </a:r>
          </a:p>
          <a:p>
            <a:pPr indent="0" lvl="0" marL="0" rtl="0" algn="l">
              <a:spcBef>
                <a:spcPts val="0"/>
              </a:spcBef>
              <a:spcAft>
                <a:spcPts val="600"/>
              </a:spcAft>
              <a:buNone/>
            </a:pPr>
            <a:r>
              <a:rPr lang="es-AR"/>
              <a:t>MLflow: herramienta que guarda los modelos entrenados con su versión, sus métricas y los datos con que se entrenaron.</a:t>
            </a:r>
          </a:p>
          <a:p>
            <a:pPr indent="0" lvl="0" marL="0" rtl="0" algn="l">
              <a:spcBef>
                <a:spcPts val="0"/>
              </a:spcBef>
              <a:spcAft>
                <a:spcPts val="600"/>
              </a:spcAft>
              <a:buNone/>
            </a:pPr>
            <a:r>
              <a:rPr lang="es-AR"/>
              <a:t>KServe: sirve modelos de ML en Kubernetes como un servicio que responde predicciones.</a:t>
            </a:r>
          </a:p>
          <a:p>
            <a:pPr indent="0" lvl="0" marL="0" rtl="0" algn="l">
              <a:spcBef>
                <a:spcPts val="0"/>
              </a:spcBef>
              <a:spcAft>
                <a:spcPts val="600"/>
              </a:spcAft>
              <a:buNone/>
            </a:pPr>
            <a:r>
              <a:rPr lang="es-AR"/>
              <a:t>Istio: controla el tráfico entre servicios; permite copiar tráfico (sombra) o repartirlo por porcentajes.</a:t>
            </a:r>
          </a:p>
          <a:p>
            <a:pPr indent="0" lvl="0" marL="0" rtl="0" algn="l">
              <a:spcBef>
                <a:spcPts val="0"/>
              </a:spcBef>
              <a:spcAft>
                <a:spcPts val="600"/>
              </a:spcAft>
              <a:buNone/>
            </a:pPr>
            <a:r>
              <a:rPr lang="es-AR"/>
              <a:t>Argo Rollouts: hace despliegues graduales (canary, blue-green) en Kubernetes y puede pausar o abortar según métricas.</a:t>
            </a:r>
          </a:p>
          <a:p>
            <a:pPr indent="0" lvl="0" marL="0" rtl="0" algn="l">
              <a:spcBef>
                <a:spcPts val="0"/>
              </a:spcBef>
              <a:spcAft>
                <a:spcPts val="600"/>
              </a:spcAft>
              <a:buNone/>
            </a:pPr>
            <a:r>
              <a:rPr lang="es-AR"/>
              <a:t>Deriva (drift): cuando los datos o los patrones de fraude cambian con el tiempo y el modelo empieza a equivocarse más.</a:t>
            </a:r>
          </a:p>
          <a:p>
            <a:pPr indent="0" lvl="0" marL="0" rtl="0" algn="l">
              <a:spcBef>
                <a:spcPts val="0"/>
              </a:spcBef>
              <a:spcAft>
                <a:spcPts val="600"/>
              </a:spcAft>
              <a:buNone/>
            </a:pPr>
            <a:r>
              <a:rPr lang="es-AR"/>
              <a:t>Score: número de 0 a 1 que da el modelo sobre qué tan probable es que una compra sea fraude; el umbral decide desde qué score se bloquea.</a:t>
            </a:r>
          </a:p>
          <a:p>
            <a:pPr indent="0" lvl="0" marL="0" rtl="0" algn="l">
              <a:spcBef>
                <a:spcPts val="0"/>
              </a:spcBef>
              <a:spcAft>
                <a:spcPts val="600"/>
              </a:spcAft>
              <a:buNone/>
            </a:pPr>
            <a:r>
              <a:rPr lang="es-AR"/>
              <a:t>Métrica proxy: medida indirecta que se ve enseguida (bloqueos, alertas confirmadas) mientras no llegan las etiquetas definitivas.</a:t>
            </a:r>
          </a:p>
          <a:p>
            <a:pPr indent="0" lvl="0" marL="0" rtl="0" algn="l">
              <a:spcBef>
                <a:spcPts val="0"/>
              </a:spcBef>
              <a:spcAft>
                <a:spcPts val="600"/>
              </a:spcAft>
              <a:buNone/>
            </a:pPr>
            <a:r>
              <a:rPr lang="es-AR"/>
              <a:t>Autorizador: el sistema del banco que aprueba o rechaza la compra con tarjeta; le consulta al modelo antes de decidir.</a:t>
            </a:r>
          </a:p>
          <a:p>
            <a:pPr indent="0" lvl="0" marL="0" rtl="0" algn="l">
              <a:spcBef>
                <a:spcPts val="0"/>
              </a:spcBef>
              <a:spcAft>
                <a:spcPts val="600"/>
              </a:spcAft>
              <a:buNone/>
            </a:pPr>
            <a:r>
              <a:rPr lang="es-AR"/>
              <a:t>Pipeline de variables: proceso que calcula en el momento los datos que usa el modelo (por ejemplo, cuántas compras hizo la tarjeta en la última hora).</a:t>
            </a:r>
          </a:p>
        </p:txBody>
      </p:sp>
      <p:sp>
        <p:nvSpPr>
          <p:cNvPr id="431" name="Google Shape;431;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0" name="Google Shape;440;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No se leen en la exposición. Son las fuentes sobre prácticas continuas y estrategias de despliegue.</a:t>
            </a:r>
            <a:endParaRPr/>
          </a:p>
        </p:txBody>
      </p:sp>
      <p:sp>
        <p:nvSpPr>
          <p:cNvPr id="441" name="Google Shape;441;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4" name="Google Shape;454;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No se leen en la exposición. Son las herramientas de cada estrategia.</a:t>
            </a:r>
            <a:endParaRPr/>
          </a:p>
        </p:txBody>
      </p:sp>
      <p:sp>
        <p:nvSpPr>
          <p:cNvPr id="455" name="Google Shape;455;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8" name="Google Shape;468;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No se leen en la exposición. Normas, papers, material de la cátedra y la herramienta de IA que usamos. Los sitios web se consultaron en octubre de 2026.</a:t>
            </a:r>
            <a:endParaRPr/>
          </a:p>
        </p:txBody>
      </p:sp>
      <p:sp>
        <p:nvSpPr>
          <p:cNvPr id="469" name="Google Shape;469;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bg>
      <p:bgPr>
        <a:solidFill>
          <a:srgbClr val="F7F6F2"/>
        </a:solidFill>
      </p:bgPr>
    </p:bg>
    <p:spTree>
      <p:nvGrpSpPr>
        <p:cNvPr id="12" name="Shape 12"/>
        <p:cNvGrpSpPr/>
        <p:nvPr/>
      </p:nvGrpSpPr>
      <p:grpSpPr>
        <a:xfrm>
          <a:off x="0" y="0"/>
          <a:ext cx="0" cy="0"/>
          <a:chOff x="0" y="0"/>
          <a:chExt cx="0" cy="0"/>
        </a:xfrm>
      </p:grpSpPr>
      <p:sp>
        <p:nvSpPr>
          <p:cNvPr id="13" name="Google Shape;13;p2"/>
          <p:cNvSpPr txBox="1"/>
          <p:nvPr>
            <p:ph type="title"/>
          </p:nvPr>
        </p:nvSpPr>
        <p:spPr>
          <a:xfrm>
            <a:off x="812721" y="711162"/>
            <a:ext cx="10566559" cy="4191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1B2A41"/>
              </a:buClr>
              <a:buSzPts val="3000"/>
              <a:buFont typeface="IBM Plex Sans"/>
              <a:buNone/>
              <a:defRPr sz="3000">
                <a:solidFill>
                  <a:srgbClr val="1B2A41"/>
                </a:solidFill>
                <a:latin typeface="IBM Plex Sans"/>
                <a:ea typeface="IBM Plex Sans"/>
                <a:cs typeface="IBM Plex Sans"/>
                <a:sym typeface="IBM Plex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 name="Google Shape;14;p2"/>
          <p:cNvSpPr txBox="1"/>
          <p:nvPr>
            <p:ph idx="1" type="body"/>
          </p:nvPr>
        </p:nvSpPr>
        <p:spPr>
          <a:xfrm>
            <a:off x="812721" y="1435062"/>
            <a:ext cx="10566479" cy="4610138"/>
          </a:xfrm>
          <a:prstGeom prst="rect">
            <a:avLst/>
          </a:prstGeom>
          <a:noFill/>
          <a:ln>
            <a:noFill/>
          </a:ln>
        </p:spPr>
        <p:txBody>
          <a:bodyPr anchorCtr="0" anchor="t" bIns="0" lIns="0" spcFirstLastPara="1" rIns="0" wrap="square" tIns="0">
            <a:noAutofit/>
          </a:bodyPr>
          <a:lstStyle>
            <a:lvl1pPr indent="-228600" lvl="0" marL="457200" algn="l">
              <a:lnSpc>
                <a:spcPct val="140000"/>
              </a:lnSpc>
              <a:spcBef>
                <a:spcPts val="320"/>
              </a:spcBef>
              <a:spcAft>
                <a:spcPts val="0"/>
              </a:spcAft>
              <a:buClr>
                <a:srgbClr val="1B2A41"/>
              </a:buClr>
              <a:buSzPts val="1600"/>
              <a:buNone/>
              <a:defRPr sz="1600">
                <a:solidFill>
                  <a:srgbClr val="1B2A41"/>
                </a:solidFill>
                <a:latin typeface="IBM Plex Sans"/>
                <a:ea typeface="IBM Plex Sans"/>
                <a:cs typeface="IBM Plex Sans"/>
                <a:sym typeface="IBM Plex Sans"/>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5" name="Shape 15"/>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2"/>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12721" y="711162"/>
            <a:ext cx="10566559" cy="419100"/>
          </a:xfrm>
          <a:prstGeom prst="rect">
            <a:avLst/>
          </a:prstGeom>
          <a:noFill/>
          <a:ln>
            <a:noFill/>
          </a:ln>
        </p:spPr>
        <p:txBody>
          <a:bodyPr anchorCtr="0" anchor="t" bIns="0" lIns="0" spcFirstLastPara="1" rIns="0" wrap="square" tIns="0">
            <a:noAutofit/>
          </a:bodyPr>
          <a:lstStyle>
            <a:lvl1pPr lvl="0" marR="0" rtl="0" algn="l">
              <a:lnSpc>
                <a:spcPct val="115000"/>
              </a:lnSpc>
              <a:spcBef>
                <a:spcPts val="0"/>
              </a:spcBef>
              <a:spcAft>
                <a:spcPts val="0"/>
              </a:spcAft>
              <a:buClr>
                <a:srgbClr val="1B2A41"/>
              </a:buClr>
              <a:buSzPts val="3000"/>
              <a:buFont typeface="IBM Plex Sans"/>
              <a:buNone/>
              <a:defRPr b="0" i="0" sz="3000" u="none" cap="none" strike="noStrike">
                <a:solidFill>
                  <a:srgbClr val="1B2A41"/>
                </a:solidFill>
                <a:latin typeface="IBM Plex Sans"/>
                <a:ea typeface="IBM Plex Sans"/>
                <a:cs typeface="IBM Plex Sans"/>
                <a:sym typeface="IBM Plex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812721" y="1435062"/>
            <a:ext cx="10566479" cy="4610138"/>
          </a:xfrm>
          <a:prstGeom prst="rect">
            <a:avLst/>
          </a:prstGeom>
          <a:noFill/>
          <a:ln>
            <a:noFill/>
          </a:ln>
        </p:spPr>
        <p:txBody>
          <a:bodyPr anchorCtr="0" anchor="t" bIns="0" lIns="0" spcFirstLastPara="1" rIns="0" wrap="square" tIns="0">
            <a:noAutofit/>
          </a:bodyPr>
          <a:lstStyle>
            <a:lvl1pPr indent="-228600" lvl="0" marL="457200" marR="0" rtl="0" algn="l">
              <a:lnSpc>
                <a:spcPct val="140000"/>
              </a:lnSpc>
              <a:spcBef>
                <a:spcPts val="320"/>
              </a:spcBef>
              <a:spcAft>
                <a:spcPts val="0"/>
              </a:spcAft>
              <a:buClr>
                <a:srgbClr val="1B2A41"/>
              </a:buClr>
              <a:buSzPts val="1600"/>
              <a:buFont typeface="Arial"/>
              <a:buNone/>
              <a:defRPr b="0" i="0" sz="1600" u="none" cap="none" strike="noStrike">
                <a:solidFill>
                  <a:srgbClr val="1B2A41"/>
                </a:solidFill>
                <a:latin typeface="IBM Plex Sans"/>
                <a:ea typeface="IBM Plex Sans"/>
                <a:cs typeface="IBM Plex Sans"/>
                <a:sym typeface="IBM Plex Sans"/>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IBM Plex Sans"/>
                <a:ea typeface="IBM Plex Sans"/>
                <a:cs typeface="IBM Plex Sans"/>
                <a:sym typeface="IBM Plex Sans"/>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IBM Plex Sans"/>
                <a:ea typeface="IBM Plex Sans"/>
                <a:cs typeface="IBM Plex Sans"/>
                <a:sym typeface="IBM Plex Sans"/>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IBM Plex Sans"/>
                <a:ea typeface="IBM Plex Sans"/>
                <a:cs typeface="IBM Plex Sans"/>
                <a:sym typeface="IBM Plex Sans"/>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IBM Plex Sans"/>
                <a:ea typeface="IBM Plex Sans"/>
                <a:cs typeface="IBM Plex Sans"/>
                <a:sym typeface="IBM Plex Sans"/>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IBM Plex Sans"/>
                <a:ea typeface="IBM Plex Sans"/>
                <a:cs typeface="IBM Plex Sans"/>
                <a:sym typeface="IBM Plex Sans"/>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IBM Plex Sans"/>
                <a:ea typeface="IBM Plex Sans"/>
                <a:cs typeface="IBM Plex Sans"/>
                <a:sym typeface="IBM Plex Sans"/>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IBM Plex Sans"/>
                <a:ea typeface="IBM Plex Sans"/>
                <a:cs typeface="IBM Plex Sans"/>
                <a:sym typeface="IBM Plex Sans"/>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IBM Plex Sans"/>
                <a:ea typeface="IBM Plex Sans"/>
                <a:cs typeface="IBM Plex Sans"/>
                <a:sym typeface="IBM Plex San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6.png"/><Relationship Id="rId4" Type="http://schemas.openxmlformats.org/officeDocument/2006/relationships/image" Target="../media/image2.png"/><Relationship Id="rId5" Type="http://schemas.openxmlformats.org/officeDocument/2006/relationships/image" Target="../media/image1.png"/><Relationship Id="rId6" Type="http://schemas.openxmlformats.org/officeDocument/2006/relationships/image" Target="../media/image12.png"/><Relationship Id="rId7"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2.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1.png"/><Relationship Id="rId4" Type="http://schemas.openxmlformats.org/officeDocument/2006/relationships/image" Target="../media/image17.png"/><Relationship Id="rId5" Type="http://schemas.openxmlformats.org/officeDocument/2006/relationships/image" Target="../media/image21.png"/><Relationship Id="rId6" Type="http://schemas.openxmlformats.org/officeDocument/2006/relationships/image" Target="../media/image20.png"/><Relationship Id="rId7" Type="http://schemas.openxmlformats.org/officeDocument/2006/relationships/image" Target="../media/image25.png"/><Relationship Id="rId8" Type="http://schemas.openxmlformats.org/officeDocument/2006/relationships/image" Target="../media/image1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2"/>
        </a:solidFill>
      </p:bgPr>
    </p:bg>
    <p:spTree>
      <p:nvGrpSpPr>
        <p:cNvPr id="20" name="Shape 20"/>
        <p:cNvGrpSpPr/>
        <p:nvPr/>
      </p:nvGrpSpPr>
      <p:grpSpPr>
        <a:xfrm>
          <a:off x="0" y="0"/>
          <a:ext cx="0" cy="0"/>
          <a:chOff x="0" y="0"/>
          <a:chExt cx="0" cy="0"/>
        </a:xfrm>
      </p:grpSpPr>
      <p:sp>
        <p:nvSpPr>
          <p:cNvPr id="21" name="Google Shape;21;p4"/>
          <p:cNvSpPr/>
          <p:nvPr/>
        </p:nvSpPr>
        <p:spPr>
          <a:xfrm>
            <a:off x="812721" y="609600"/>
            <a:ext cx="10883556" cy="292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B2A41"/>
              </a:buClr>
              <a:buSzPts val="1500"/>
              <a:buFont typeface="IBM Plex Sans"/>
              <a:buNone/>
            </a:pPr>
            <a:r>
              <a:rPr b="1" i="0" lang="en-US" sz="1500" u="none" cap="none" strike="noStrike">
                <a:solidFill>
                  <a:srgbClr val="1B2A41"/>
                </a:solidFill>
                <a:latin typeface="IBM Plex Sans"/>
                <a:ea typeface="IBM Plex Sans"/>
                <a:cs typeface="IBM Plex Sans"/>
                <a:sym typeface="IBM Plex Sans"/>
              </a:rPr>
              <a:t>Universidad Tecnológica Nacional · Facultad Regional Córdoba</a:t>
            </a:r>
            <a:endParaRPr b="0" i="0" sz="1500" u="none" cap="none" strike="noStrike">
              <a:solidFill>
                <a:schemeClr val="dk1"/>
              </a:solidFill>
              <a:latin typeface="IBM Plex Sans"/>
              <a:ea typeface="IBM Plex Sans"/>
              <a:cs typeface="IBM Plex Sans"/>
              <a:sym typeface="IBM Plex Sans"/>
            </a:endParaRPr>
          </a:p>
        </p:txBody>
      </p:sp>
      <p:sp>
        <p:nvSpPr>
          <p:cNvPr id="22" name="Google Shape;22;p4"/>
          <p:cNvSpPr/>
          <p:nvPr/>
        </p:nvSpPr>
        <p:spPr>
          <a:xfrm>
            <a:off x="812721" y="914400"/>
            <a:ext cx="10883556" cy="27424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B2A41"/>
              </a:buClr>
              <a:buSzPts val="1400"/>
              <a:buFont typeface="IBM Plex Sans"/>
              <a:buNone/>
            </a:pPr>
            <a:r>
              <a:rPr b="0" i="0" lang="en-US" sz="1400" u="none" cap="none" strike="noStrike">
                <a:solidFill>
                  <a:srgbClr val="1B2A41"/>
                </a:solidFill>
                <a:latin typeface="IBM Plex Sans"/>
                <a:ea typeface="IBM Plex Sans"/>
                <a:cs typeface="IBM Plex Sans"/>
                <a:sym typeface="IBM Plex Sans"/>
              </a:rPr>
              <a:t>Ingeniería y Calidad de Software 2026 · Comisión 4K3 · Grupo 13</a:t>
            </a:r>
            <a:endParaRPr b="0" i="0" sz="1400" u="none" cap="none" strike="noStrike">
              <a:solidFill>
                <a:schemeClr val="dk1"/>
              </a:solidFill>
              <a:latin typeface="IBM Plex Sans"/>
              <a:ea typeface="IBM Plex Sans"/>
              <a:cs typeface="IBM Plex Sans"/>
              <a:sym typeface="IBM Plex Sans"/>
            </a:endParaRPr>
          </a:p>
        </p:txBody>
      </p:sp>
      <p:sp>
        <p:nvSpPr>
          <p:cNvPr id="23" name="Google Shape;23;p4"/>
          <p:cNvSpPr/>
          <p:nvPr/>
        </p:nvSpPr>
        <p:spPr>
          <a:xfrm>
            <a:off x="812721" y="1201341"/>
            <a:ext cx="10883556" cy="2387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B5563"/>
              </a:buClr>
              <a:buSzPts val="1200"/>
              <a:buFont typeface="IBM Plex Sans"/>
              <a:buNone/>
            </a:pPr>
            <a:r>
              <a:rPr b="0" i="0" lang="en-US" sz="1200" u="none" cap="none" strike="noStrike">
                <a:solidFill>
                  <a:srgbClr val="4B5563"/>
                </a:solidFill>
                <a:latin typeface="IBM Plex Sans"/>
                <a:ea typeface="IBM Plex Sans"/>
                <a:cs typeface="IBM Plex Sans"/>
                <a:sym typeface="IBM Plex Sans"/>
              </a:rPr>
              <a:t>Docentes: Laura Covaro · Cecilia Massano · Constanza Garnero</a:t>
            </a:r>
            <a:endParaRPr b="0" i="0" sz="1200" u="none" cap="none" strike="noStrike">
              <a:solidFill>
                <a:schemeClr val="dk1"/>
              </a:solidFill>
              <a:latin typeface="IBM Plex Sans"/>
              <a:ea typeface="IBM Plex Sans"/>
              <a:cs typeface="IBM Plex Sans"/>
              <a:sym typeface="IBM Plex Sans"/>
            </a:endParaRPr>
          </a:p>
        </p:txBody>
      </p:sp>
      <p:sp>
        <p:nvSpPr>
          <p:cNvPr id="24" name="Google Shape;24;p4"/>
          <p:cNvSpPr txBox="1"/>
          <p:nvPr>
            <p:ph type="title"/>
          </p:nvPr>
        </p:nvSpPr>
        <p:spPr>
          <a:xfrm>
            <a:off x="812721" y="1777722"/>
            <a:ext cx="7090106" cy="1177449"/>
          </a:xfrm>
          <a:prstGeom prst="rect">
            <a:avLst/>
          </a:prstGeom>
          <a:noFill/>
          <a:ln>
            <a:noFill/>
          </a:ln>
        </p:spPr>
        <p:txBody>
          <a:bodyPr anchorCtr="0" anchor="t" bIns="0" lIns="0" spcFirstLastPara="1" rIns="0" wrap="square" tIns="0">
            <a:normAutofit/>
          </a:bodyPr>
          <a:lstStyle/>
          <a:p>
            <a:pPr indent="0" lvl="0" marL="0" rtl="0" algn="l">
              <a:lnSpc>
                <a:spcPct val="108000"/>
              </a:lnSpc>
              <a:spcBef>
                <a:spcPts val="0"/>
              </a:spcBef>
              <a:spcAft>
                <a:spcPts val="0"/>
              </a:spcAft>
              <a:buClr>
                <a:srgbClr val="1B2A41"/>
              </a:buClr>
              <a:buSzPts val="4200"/>
              <a:buFont typeface="IBM Plex Sans"/>
              <a:buNone/>
            </a:pPr>
            <a:r>
              <a:rPr b="1" i="0" lang="en-US" sz="4200">
                <a:solidFill>
                  <a:srgbClr val="1B2A41"/>
                </a:solidFill>
                <a:latin typeface="IBM Plex Sans"/>
                <a:ea typeface="IBM Plex Sans"/>
                <a:cs typeface="IBM Plex Sans"/>
                <a:sym typeface="IBM Plex Sans"/>
              </a:rPr>
              <a:t>Despliegue de un modelo de Machine Learning</a:t>
            </a:r>
            <a:endParaRPr sz="4200"/>
          </a:p>
        </p:txBody>
      </p:sp>
      <p:sp>
        <p:nvSpPr>
          <p:cNvPr id="25" name="Google Shape;25;p4"/>
          <p:cNvSpPr/>
          <p:nvPr/>
        </p:nvSpPr>
        <p:spPr>
          <a:xfrm>
            <a:off x="812721" y="3069431"/>
            <a:ext cx="7090106" cy="342821"/>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B5C9E"/>
              </a:buClr>
              <a:buSzPts val="2000"/>
              <a:buFont typeface="IBM Plex Sans"/>
              <a:buNone/>
            </a:pPr>
            <a:r>
              <a:rPr b="0" i="0" lang="en-US" sz="2000" u="none" cap="none" strike="noStrike">
                <a:solidFill>
                  <a:srgbClr val="2B5C9E"/>
                </a:solidFill>
                <a:latin typeface="IBM Plex Sans"/>
                <a:ea typeface="IBM Plex Sans"/>
                <a:cs typeface="IBM Plex Sans"/>
                <a:sym typeface="IBM Plex Sans"/>
              </a:rPr>
              <a:t>Escenario 6: el modelo antifraude de un banco</a:t>
            </a:r>
            <a:endParaRPr b="0" i="0" sz="2000" u="none" cap="none" strike="noStrike">
              <a:solidFill>
                <a:schemeClr val="dk1"/>
              </a:solidFill>
              <a:latin typeface="IBM Plex Sans"/>
              <a:ea typeface="IBM Plex Sans"/>
              <a:cs typeface="IBM Plex Sans"/>
              <a:sym typeface="IBM Plex Sans"/>
            </a:endParaRPr>
          </a:p>
        </p:txBody>
      </p:sp>
      <p:sp>
        <p:nvSpPr>
          <p:cNvPr id="26" name="Google Shape;26;p4"/>
          <p:cNvSpPr/>
          <p:nvPr/>
        </p:nvSpPr>
        <p:spPr>
          <a:xfrm>
            <a:off x="812721" y="3526512"/>
            <a:ext cx="7090106" cy="27424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B5563"/>
              </a:buClr>
              <a:buSzPts val="1400"/>
              <a:buFont typeface="IBM Plex Sans"/>
              <a:buNone/>
            </a:pPr>
            <a:r>
              <a:rPr b="0" i="0" lang="en-US" sz="1400" u="none" cap="none" strike="noStrike">
                <a:solidFill>
                  <a:srgbClr val="4B5563"/>
                </a:solidFill>
                <a:latin typeface="IBM Plex Sans"/>
                <a:ea typeface="IBM Plex Sans"/>
                <a:cs typeface="IBM Plex Sans"/>
                <a:sym typeface="IBM Plex Sans"/>
              </a:rPr>
              <a:t>Trabajo de investigación grupal 1 · Despliegue de producto</a:t>
            </a:r>
            <a:endParaRPr b="0" i="0" sz="1400" u="none" cap="none" strike="noStrike">
              <a:solidFill>
                <a:schemeClr val="dk1"/>
              </a:solidFill>
              <a:latin typeface="IBM Plex Sans"/>
              <a:ea typeface="IBM Plex Sans"/>
              <a:cs typeface="IBM Plex Sans"/>
              <a:sym typeface="IBM Plex Sans"/>
            </a:endParaRPr>
          </a:p>
        </p:txBody>
      </p:sp>
      <p:sp>
        <p:nvSpPr>
          <p:cNvPr id="27" name="Google Shape;27;p4"/>
          <p:cNvSpPr/>
          <p:nvPr/>
        </p:nvSpPr>
        <p:spPr>
          <a:xfrm>
            <a:off x="8077319" y="1728788"/>
            <a:ext cx="3301960" cy="2095500"/>
          </a:xfrm>
          <a:prstGeom prst="roundRect">
            <a:avLst>
              <a:gd fmla="val 7273" name="adj"/>
            </a:avLst>
          </a:prstGeom>
          <a:solidFill>
            <a:srgbClr val="2B5C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4"/>
          <p:cNvSpPr/>
          <p:nvPr/>
        </p:nvSpPr>
        <p:spPr>
          <a:xfrm>
            <a:off x="8331280" y="2058948"/>
            <a:ext cx="495300" cy="368260"/>
          </a:xfrm>
          <a:prstGeom prst="roundRect">
            <a:avLst>
              <a:gd fmla="val 17243" name="adj"/>
            </a:avLst>
          </a:prstGeom>
          <a:solidFill>
            <a:srgbClr val="F7D9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4"/>
          <p:cNvSpPr/>
          <p:nvPr/>
        </p:nvSpPr>
        <p:spPr>
          <a:xfrm>
            <a:off x="8331280" y="2681288"/>
            <a:ext cx="2877738" cy="38092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7F6F2"/>
              </a:buClr>
              <a:buSzPts val="2000"/>
              <a:buFont typeface="IBM Plex Sans"/>
              <a:buNone/>
            </a:pPr>
            <a:r>
              <a:rPr b="0" i="0" lang="en-US" spc="200" sz="2000" u="none" cap="none" strike="noStrike">
                <a:solidFill>
                  <a:srgbClr val="F7F6F2"/>
                </a:solidFill>
                <a:latin typeface="IBM Plex Sans"/>
                <a:ea typeface="IBM Plex Sans"/>
                <a:cs typeface="IBM Plex Sans"/>
                <a:sym typeface="IBM Plex Sans"/>
              </a:rPr>
              <a:t>•••• •••• •••• ••••</a:t>
            </a:r>
            <a:endParaRPr b="0" i="0" sz="2000" u="none" cap="none" strike="noStrike">
              <a:solidFill>
                <a:schemeClr val="dk1"/>
              </a:solidFill>
              <a:latin typeface="IBM Plex Sans"/>
              <a:ea typeface="IBM Plex Sans"/>
              <a:cs typeface="IBM Plex Sans"/>
              <a:sym typeface="IBM Plex Sans"/>
            </a:endParaRPr>
          </a:p>
        </p:txBody>
      </p:sp>
      <p:sp>
        <p:nvSpPr>
          <p:cNvPr id="30" name="Google Shape;30;p4"/>
          <p:cNvSpPr/>
          <p:nvPr/>
        </p:nvSpPr>
        <p:spPr>
          <a:xfrm>
            <a:off x="8331280" y="3278148"/>
            <a:ext cx="2286000" cy="256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FC9D9"/>
              </a:buClr>
              <a:buSzPts val="1300"/>
              <a:buFont typeface="IBM Plex Sans"/>
              <a:buNone/>
            </a:pPr>
            <a:r>
              <a:rPr b="0" i="0" lang="en-US" spc="100" sz="1300" u="none" cap="none" strike="noStrike">
                <a:solidFill>
                  <a:srgbClr val="BFC9D9"/>
                </a:solidFill>
                <a:latin typeface="IBM Plex Sans"/>
                <a:ea typeface="IBM Plex Sans"/>
                <a:cs typeface="IBM Plex Sans"/>
                <a:sym typeface="IBM Plex Sans"/>
              </a:rPr>
              <a:t>TARJETA DE CRÉDITO</a:t>
            </a:r>
            <a:endParaRPr b="0" i="0" sz="1300" u="none" cap="none" strike="noStrike">
              <a:solidFill>
                <a:schemeClr val="dk1"/>
              </a:solidFill>
              <a:latin typeface="IBM Plex Sans"/>
              <a:ea typeface="IBM Plex Sans"/>
              <a:cs typeface="IBM Plex Sans"/>
              <a:sym typeface="IBM Plex Sans"/>
            </a:endParaRPr>
          </a:p>
        </p:txBody>
      </p:sp>
      <p:sp>
        <p:nvSpPr>
          <p:cNvPr id="31" name="Google Shape;31;p4"/>
          <p:cNvSpPr/>
          <p:nvPr/>
        </p:nvSpPr>
        <p:spPr>
          <a:xfrm rot="-480000">
            <a:off x="8699600" y="2504043"/>
            <a:ext cx="2133600" cy="425450"/>
          </a:xfrm>
          <a:custGeom>
            <a:rect b="b" l="l" r="r" t="t"/>
            <a:pathLst>
              <a:path extrusionOk="0" h="425450" w="2133600">
                <a:moveTo>
                  <a:pt x="38100" y="0"/>
                </a:moveTo>
                <a:lnTo>
                  <a:pt x="2095500" y="0"/>
                </a:lnTo>
                <a:cubicBezTo>
                  <a:pt x="2105605" y="0"/>
                  <a:pt x="2115296" y="4014"/>
                  <a:pt x="2122441" y="11159"/>
                </a:cubicBezTo>
                <a:cubicBezTo>
                  <a:pt x="2129586" y="18304"/>
                  <a:pt x="2133600" y="27995"/>
                  <a:pt x="2133600" y="38100"/>
                </a:cubicBezTo>
                <a:lnTo>
                  <a:pt x="2133600" y="387350"/>
                </a:lnTo>
                <a:cubicBezTo>
                  <a:pt x="2133600" y="408392"/>
                  <a:pt x="2116542" y="425450"/>
                  <a:pt x="2095500" y="425450"/>
                </a:cubicBezTo>
                <a:lnTo>
                  <a:pt x="38100" y="425450"/>
                </a:lnTo>
                <a:cubicBezTo>
                  <a:pt x="17058" y="425450"/>
                  <a:pt x="0" y="408392"/>
                  <a:pt x="0" y="387350"/>
                </a:cubicBezTo>
                <a:lnTo>
                  <a:pt x="0" y="38100"/>
                </a:lnTo>
                <a:cubicBezTo>
                  <a:pt x="0" y="17058"/>
                  <a:pt x="17058" y="0"/>
                  <a:pt x="38100" y="0"/>
                </a:cubicBezTo>
                <a:close/>
              </a:path>
            </a:pathLst>
          </a:custGeom>
          <a:solidFill>
            <a:srgbClr val="F7F6F2"/>
          </a:solidFill>
          <a:ln cap="flat" cmpd="sng" w="25400">
            <a:solidFill>
              <a:srgbClr val="B5470F"/>
            </a:solidFill>
            <a:prstDash val="solid"/>
            <a:round/>
            <a:headEnd len="sm" w="sm" type="none"/>
            <a:tailEnd len="sm" w="sm" type="none"/>
          </a:ln>
        </p:spPr>
        <p:txBody>
          <a:bodyPr anchorCtr="0" anchor="t" bIns="0" lIns="0" spcFirstLastPara="1" rIns="0" wrap="square" tIns="10150">
            <a:noAutofit/>
          </a:bodyPr>
          <a:lstStyle/>
          <a:p>
            <a:pPr indent="0" lvl="0" marL="0" marR="0" rtl="0" algn="ctr">
              <a:lnSpc>
                <a:spcPct val="160000"/>
              </a:lnSpc>
              <a:spcBef>
                <a:spcPts val="0"/>
              </a:spcBef>
              <a:spcAft>
                <a:spcPts val="0"/>
              </a:spcAft>
              <a:buClr>
                <a:srgbClr val="B5470F"/>
              </a:buClr>
              <a:buSzPts val="2000"/>
              <a:buFont typeface="IBM Plex Sans"/>
              <a:buNone/>
            </a:pPr>
            <a:r>
              <a:rPr b="1" i="0" lang="en-US" spc="200" sz="2000" u="none" cap="none" strike="noStrike">
                <a:solidFill>
                  <a:srgbClr val="B5470F"/>
                </a:solidFill>
                <a:latin typeface="IBM Plex Sans"/>
                <a:ea typeface="IBM Plex Sans"/>
                <a:cs typeface="IBM Plex Sans"/>
                <a:sym typeface="IBM Plex Sans"/>
              </a:rPr>
              <a:t>RECHAZADA</a:t>
            </a:r>
            <a:endParaRPr b="0" i="0" sz="2000" u="none" cap="none" strike="noStrike">
              <a:solidFill>
                <a:schemeClr val="dk1"/>
              </a:solidFill>
              <a:latin typeface="IBM Plex Sans"/>
              <a:ea typeface="IBM Plex Sans"/>
              <a:cs typeface="IBM Plex Sans"/>
              <a:sym typeface="IBM Plex Sans"/>
            </a:endParaRPr>
          </a:p>
        </p:txBody>
      </p:sp>
      <p:cxnSp>
        <p:nvCxnSpPr>
          <p:cNvPr id="32" name="Google Shape;32;p4"/>
          <p:cNvCxnSpPr/>
          <p:nvPr/>
        </p:nvCxnSpPr>
        <p:spPr>
          <a:xfrm>
            <a:off x="812721" y="4144606"/>
            <a:ext cx="10566559" cy="0"/>
          </a:xfrm>
          <a:prstGeom prst="straightConnector1">
            <a:avLst/>
          </a:prstGeom>
          <a:noFill/>
          <a:ln cap="flat" cmpd="sng" w="12700">
            <a:solidFill>
              <a:srgbClr val="CFCABD"/>
            </a:solidFill>
            <a:prstDash val="solid"/>
            <a:round/>
            <a:headEnd len="sm" w="sm" type="none"/>
            <a:tailEnd len="sm" w="sm" type="none"/>
          </a:ln>
        </p:spPr>
      </p:cxnSp>
      <p:sp>
        <p:nvSpPr>
          <p:cNvPr id="33" name="Google Shape;33;p4"/>
          <p:cNvSpPr/>
          <p:nvPr/>
        </p:nvSpPr>
        <p:spPr>
          <a:xfrm>
            <a:off x="812721" y="4298276"/>
            <a:ext cx="10883556" cy="27424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B2A41"/>
              </a:buClr>
              <a:buSzPts val="1400"/>
              <a:buFont typeface="IBM Plex Sans"/>
              <a:buNone/>
            </a:pPr>
            <a:r>
              <a:rPr b="1" i="0" lang="en-US" sz="1400" u="none" cap="none" strike="noStrike">
                <a:solidFill>
                  <a:srgbClr val="1B2A41"/>
                </a:solidFill>
                <a:latin typeface="IBM Plex Sans"/>
                <a:ea typeface="IBM Plex Sans"/>
                <a:cs typeface="IBM Plex Sans"/>
                <a:sym typeface="IBM Plex Sans"/>
              </a:rPr>
              <a:t>Integrantes</a:t>
            </a:r>
            <a:endParaRPr b="0" i="0" sz="1400" u="none" cap="none" strike="noStrike">
              <a:solidFill>
                <a:schemeClr val="dk1"/>
              </a:solidFill>
              <a:latin typeface="IBM Plex Sans"/>
              <a:ea typeface="IBM Plex Sans"/>
              <a:cs typeface="IBM Plex Sans"/>
              <a:sym typeface="IBM Plex Sans"/>
            </a:endParaRPr>
          </a:p>
        </p:txBody>
      </p:sp>
      <p:sp>
        <p:nvSpPr>
          <p:cNvPr id="34" name="Google Shape;34;p4"/>
          <p:cNvSpPr/>
          <p:nvPr/>
        </p:nvSpPr>
        <p:spPr>
          <a:xfrm>
            <a:off x="812721" y="4648676"/>
            <a:ext cx="3453384" cy="27424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B2A41"/>
              </a:buClr>
              <a:buSzPts val="1400"/>
              <a:buFont typeface="IBM Plex Sans"/>
              <a:buNone/>
            </a:pPr>
            <a:r>
              <a:rPr b="0" i="0" lang="en-US" sz="1400" u="none" cap="none" strike="noStrike">
                <a:solidFill>
                  <a:srgbClr val="1B2A41"/>
                </a:solidFill>
                <a:latin typeface="IBM Plex Sans"/>
                <a:ea typeface="IBM Plex Sans"/>
                <a:cs typeface="IBM Plex Sans"/>
                <a:sym typeface="IBM Plex Sans"/>
              </a:rPr>
              <a:t>Lorello, Luciano Gabriel</a:t>
            </a:r>
            <a:endParaRPr b="0" i="0" sz="1400" u="none" cap="none" strike="noStrike">
              <a:solidFill>
                <a:schemeClr val="dk1"/>
              </a:solidFill>
              <a:latin typeface="IBM Plex Sans"/>
              <a:ea typeface="IBM Plex Sans"/>
              <a:cs typeface="IBM Plex Sans"/>
              <a:sym typeface="IBM Plex Sans"/>
            </a:endParaRPr>
          </a:p>
        </p:txBody>
      </p:sp>
      <p:sp>
        <p:nvSpPr>
          <p:cNvPr id="35" name="Google Shape;35;p4"/>
          <p:cNvSpPr/>
          <p:nvPr/>
        </p:nvSpPr>
        <p:spPr>
          <a:xfrm>
            <a:off x="812721" y="4935617"/>
            <a:ext cx="3453384" cy="27424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B2A41"/>
              </a:buClr>
              <a:buSzPts val="1400"/>
              <a:buFont typeface="IBM Plex Sans"/>
              <a:buNone/>
            </a:pPr>
            <a:r>
              <a:rPr b="0" i="0" lang="en-US" sz="1400" u="none" cap="none" strike="noStrike">
                <a:solidFill>
                  <a:srgbClr val="1B2A41"/>
                </a:solidFill>
                <a:latin typeface="IBM Plex Sans"/>
                <a:ea typeface="IBM Plex Sans"/>
                <a:cs typeface="IBM Plex Sans"/>
                <a:sym typeface="IBM Plex Sans"/>
              </a:rPr>
              <a:t>Aquere, Agustin</a:t>
            </a:r>
            <a:endParaRPr b="0" i="0" sz="1400" u="none" cap="none" strike="noStrike">
              <a:solidFill>
                <a:schemeClr val="dk1"/>
              </a:solidFill>
              <a:latin typeface="IBM Plex Sans"/>
              <a:ea typeface="IBM Plex Sans"/>
              <a:cs typeface="IBM Plex Sans"/>
              <a:sym typeface="IBM Plex Sans"/>
            </a:endParaRPr>
          </a:p>
        </p:txBody>
      </p:sp>
      <p:sp>
        <p:nvSpPr>
          <p:cNvPr id="36" name="Google Shape;36;p4"/>
          <p:cNvSpPr/>
          <p:nvPr/>
        </p:nvSpPr>
        <p:spPr>
          <a:xfrm>
            <a:off x="812721" y="5222558"/>
            <a:ext cx="3453384" cy="27424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B2A41"/>
              </a:buClr>
              <a:buSzPts val="1400"/>
              <a:buFont typeface="IBM Plex Sans"/>
              <a:buNone/>
            </a:pPr>
            <a:r>
              <a:rPr b="0" i="0" lang="en-US" sz="1400" u="none" cap="none" strike="noStrike">
                <a:solidFill>
                  <a:srgbClr val="1B2A41"/>
                </a:solidFill>
                <a:latin typeface="IBM Plex Sans"/>
                <a:ea typeface="IBM Plex Sans"/>
                <a:cs typeface="IBM Plex Sans"/>
                <a:sym typeface="IBM Plex Sans"/>
              </a:rPr>
              <a:t>Ligorria, Gino Daniel</a:t>
            </a:r>
            <a:endParaRPr b="0" i="0" sz="1400" u="none" cap="none" strike="noStrike">
              <a:solidFill>
                <a:schemeClr val="dk1"/>
              </a:solidFill>
              <a:latin typeface="IBM Plex Sans"/>
              <a:ea typeface="IBM Plex Sans"/>
              <a:cs typeface="IBM Plex Sans"/>
              <a:sym typeface="IBM Plex Sans"/>
            </a:endParaRPr>
          </a:p>
        </p:txBody>
      </p:sp>
      <p:sp>
        <p:nvSpPr>
          <p:cNvPr id="37" name="Google Shape;37;p4"/>
          <p:cNvSpPr/>
          <p:nvPr/>
        </p:nvSpPr>
        <p:spPr>
          <a:xfrm>
            <a:off x="812721" y="5509498"/>
            <a:ext cx="3453384" cy="27424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B2A41"/>
              </a:buClr>
              <a:buSzPts val="1400"/>
              <a:buFont typeface="IBM Plex Sans"/>
              <a:buNone/>
            </a:pPr>
            <a:r>
              <a:rPr b="0" i="0" lang="en-US" sz="1400" u="none" cap="none" strike="noStrike">
                <a:solidFill>
                  <a:srgbClr val="1B2A41"/>
                </a:solidFill>
                <a:latin typeface="IBM Plex Sans"/>
                <a:ea typeface="IBM Plex Sans"/>
                <a:cs typeface="IBM Plex Sans"/>
                <a:sym typeface="IBM Plex Sans"/>
              </a:rPr>
              <a:t>Argüello, Joaquin</a:t>
            </a:r>
            <a:endParaRPr b="0" i="0" sz="1400" u="none" cap="none" strike="noStrike">
              <a:solidFill>
                <a:schemeClr val="dk1"/>
              </a:solidFill>
              <a:latin typeface="IBM Plex Sans"/>
              <a:ea typeface="IBM Plex Sans"/>
              <a:cs typeface="IBM Plex Sans"/>
              <a:sym typeface="IBM Plex Sans"/>
            </a:endParaRPr>
          </a:p>
        </p:txBody>
      </p:sp>
      <p:sp>
        <p:nvSpPr>
          <p:cNvPr id="38" name="Google Shape;38;p4"/>
          <p:cNvSpPr/>
          <p:nvPr/>
        </p:nvSpPr>
        <p:spPr>
          <a:xfrm>
            <a:off x="812721" y="5796439"/>
            <a:ext cx="3453384" cy="27424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B2A41"/>
              </a:buClr>
              <a:buSzPts val="1400"/>
              <a:buFont typeface="IBM Plex Sans"/>
              <a:buNone/>
            </a:pPr>
            <a:r>
              <a:rPr b="0" i="0" lang="en-US" sz="1400" u="none" cap="none" strike="noStrike">
                <a:solidFill>
                  <a:srgbClr val="1B2A41"/>
                </a:solidFill>
                <a:latin typeface="IBM Plex Sans"/>
                <a:ea typeface="IBM Plex Sans"/>
                <a:cs typeface="IBM Plex Sans"/>
                <a:sym typeface="IBM Plex Sans"/>
              </a:rPr>
              <a:t>Rodeyro Contarino, Nicolas</a:t>
            </a:r>
            <a:endParaRPr b="0" i="0" sz="1400" u="none" cap="none" strike="noStrike">
              <a:solidFill>
                <a:schemeClr val="dk1"/>
              </a:solidFill>
              <a:latin typeface="IBM Plex Sans"/>
              <a:ea typeface="IBM Plex Sans"/>
              <a:cs typeface="IBM Plex Sans"/>
              <a:sym typeface="IBM Plex Sans"/>
            </a:endParaRPr>
          </a:p>
        </p:txBody>
      </p:sp>
      <p:sp>
        <p:nvSpPr>
          <p:cNvPr id="39" name="Google Shape;39;p4"/>
          <p:cNvSpPr/>
          <p:nvPr/>
        </p:nvSpPr>
        <p:spPr>
          <a:xfrm>
            <a:off x="4419481" y="4648676"/>
            <a:ext cx="3453507" cy="27424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B2A41"/>
              </a:buClr>
              <a:buSzPts val="1400"/>
              <a:buFont typeface="IBM Plex Sans"/>
              <a:buNone/>
            </a:pPr>
            <a:r>
              <a:rPr b="0" i="0" lang="en-US" sz="1400" u="none" cap="none" strike="noStrike">
                <a:solidFill>
                  <a:srgbClr val="1B2A41"/>
                </a:solidFill>
                <a:latin typeface="IBM Plex Sans"/>
                <a:ea typeface="IBM Plex Sans"/>
                <a:cs typeface="IBM Plex Sans"/>
                <a:sym typeface="IBM Plex Sans"/>
              </a:rPr>
              <a:t>Olguin, Luca</a:t>
            </a:r>
            <a:endParaRPr b="0" i="0" sz="1400" u="none" cap="none" strike="noStrike">
              <a:solidFill>
                <a:schemeClr val="dk1"/>
              </a:solidFill>
              <a:latin typeface="IBM Plex Sans"/>
              <a:ea typeface="IBM Plex Sans"/>
              <a:cs typeface="IBM Plex Sans"/>
              <a:sym typeface="IBM Plex Sans"/>
            </a:endParaRPr>
          </a:p>
        </p:txBody>
      </p:sp>
      <p:sp>
        <p:nvSpPr>
          <p:cNvPr id="40" name="Google Shape;40;p4"/>
          <p:cNvSpPr/>
          <p:nvPr/>
        </p:nvSpPr>
        <p:spPr>
          <a:xfrm>
            <a:off x="4419481" y="4935617"/>
            <a:ext cx="3453507" cy="27424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B2A41"/>
              </a:buClr>
              <a:buSzPts val="1400"/>
              <a:buFont typeface="IBM Plex Sans"/>
              <a:buNone/>
            </a:pPr>
            <a:r>
              <a:rPr b="0" i="0" lang="en-US" sz="1400" u="none" cap="none" strike="noStrike">
                <a:solidFill>
                  <a:srgbClr val="1B2A41"/>
                </a:solidFill>
                <a:latin typeface="IBM Plex Sans"/>
                <a:ea typeface="IBM Plex Sans"/>
                <a:cs typeface="IBM Plex Sans"/>
                <a:sym typeface="IBM Plex Sans"/>
              </a:rPr>
              <a:t>de Llamas, Agustin</a:t>
            </a:r>
            <a:endParaRPr b="0" i="0" sz="1400" u="none" cap="none" strike="noStrike">
              <a:solidFill>
                <a:schemeClr val="dk1"/>
              </a:solidFill>
              <a:latin typeface="IBM Plex Sans"/>
              <a:ea typeface="IBM Plex Sans"/>
              <a:cs typeface="IBM Plex Sans"/>
              <a:sym typeface="IBM Plex Sans"/>
            </a:endParaRPr>
          </a:p>
        </p:txBody>
      </p:sp>
      <p:sp>
        <p:nvSpPr>
          <p:cNvPr id="41" name="Google Shape;41;p4"/>
          <p:cNvSpPr/>
          <p:nvPr/>
        </p:nvSpPr>
        <p:spPr>
          <a:xfrm>
            <a:off x="4419481" y="5222558"/>
            <a:ext cx="3453507" cy="27424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B2A41"/>
              </a:buClr>
              <a:buSzPts val="1400"/>
              <a:buFont typeface="IBM Plex Sans"/>
              <a:buNone/>
            </a:pPr>
            <a:r>
              <a:rPr b="0" i="0" lang="en-US" sz="1400" u="none" cap="none" strike="noStrike">
                <a:solidFill>
                  <a:srgbClr val="1B2A41"/>
                </a:solidFill>
                <a:latin typeface="IBM Plex Sans"/>
                <a:ea typeface="IBM Plex Sans"/>
                <a:cs typeface="IBM Plex Sans"/>
                <a:sym typeface="IBM Plex Sans"/>
              </a:rPr>
              <a:t>Bertoni, María Cielo</a:t>
            </a:r>
            <a:endParaRPr b="0" i="0" sz="1400" u="none" cap="none" strike="noStrike">
              <a:solidFill>
                <a:schemeClr val="dk1"/>
              </a:solidFill>
              <a:latin typeface="IBM Plex Sans"/>
              <a:ea typeface="IBM Plex Sans"/>
              <a:cs typeface="IBM Plex Sans"/>
              <a:sym typeface="IBM Plex Sans"/>
            </a:endParaRPr>
          </a:p>
        </p:txBody>
      </p:sp>
      <p:sp>
        <p:nvSpPr>
          <p:cNvPr id="42" name="Google Shape;42;p4"/>
          <p:cNvSpPr/>
          <p:nvPr/>
        </p:nvSpPr>
        <p:spPr>
          <a:xfrm>
            <a:off x="4419481" y="5509498"/>
            <a:ext cx="3453507" cy="27424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B2A41"/>
              </a:buClr>
              <a:buSzPts val="1400"/>
              <a:buFont typeface="IBM Plex Sans"/>
              <a:buNone/>
            </a:pPr>
            <a:r>
              <a:rPr b="0" i="0" lang="en-US" sz="1400" u="none" cap="none" strike="noStrike">
                <a:solidFill>
                  <a:srgbClr val="1B2A41"/>
                </a:solidFill>
                <a:latin typeface="IBM Plex Sans"/>
                <a:ea typeface="IBM Plex Sans"/>
                <a:cs typeface="IBM Plex Sans"/>
                <a:sym typeface="IBM Plex Sans"/>
              </a:rPr>
              <a:t>Larrahona, Sebastian Manuel</a:t>
            </a:r>
            <a:endParaRPr b="0" i="0" sz="1400" u="none" cap="none" strike="noStrike">
              <a:solidFill>
                <a:schemeClr val="dk1"/>
              </a:solidFill>
              <a:latin typeface="IBM Plex Sans"/>
              <a:ea typeface="IBM Plex Sans"/>
              <a:cs typeface="IBM Plex Sans"/>
              <a:sym typeface="IBM Plex Sans"/>
            </a:endParaRPr>
          </a:p>
        </p:txBody>
      </p:sp>
      <p:sp>
        <p:nvSpPr>
          <p:cNvPr id="43" name="Google Shape;43;p4"/>
          <p:cNvSpPr/>
          <p:nvPr/>
        </p:nvSpPr>
        <p:spPr>
          <a:xfrm>
            <a:off x="4419481" y="5796439"/>
            <a:ext cx="3453507" cy="27424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B2A41"/>
              </a:buClr>
              <a:buSzPts val="1400"/>
              <a:buFont typeface="IBM Plex Sans"/>
              <a:buNone/>
            </a:pPr>
            <a:r>
              <a:rPr b="0" i="0" lang="en-US" sz="1400" u="none" cap="none" strike="noStrike">
                <a:solidFill>
                  <a:srgbClr val="1B2A41"/>
                </a:solidFill>
                <a:latin typeface="IBM Plex Sans"/>
                <a:ea typeface="IBM Plex Sans"/>
                <a:cs typeface="IBM Plex Sans"/>
                <a:sym typeface="IBM Plex Sans"/>
              </a:rPr>
              <a:t>Masino, Nicolás</a:t>
            </a:r>
            <a:endParaRPr b="0" i="0" sz="1400" u="none" cap="none" strike="noStrike">
              <a:solidFill>
                <a:schemeClr val="dk1"/>
              </a:solidFill>
              <a:latin typeface="IBM Plex Sans"/>
              <a:ea typeface="IBM Plex Sans"/>
              <a:cs typeface="IBM Plex Sans"/>
              <a:sym typeface="IBM Plex Sans"/>
            </a:endParaRPr>
          </a:p>
        </p:txBody>
      </p:sp>
      <p:sp>
        <p:nvSpPr>
          <p:cNvPr id="44" name="Google Shape;44;p4"/>
          <p:cNvSpPr/>
          <p:nvPr/>
        </p:nvSpPr>
        <p:spPr>
          <a:xfrm>
            <a:off x="8026360" y="4648676"/>
            <a:ext cx="3453507" cy="27424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B2A41"/>
              </a:buClr>
              <a:buSzPts val="1400"/>
              <a:buFont typeface="IBM Plex Sans"/>
              <a:buNone/>
            </a:pPr>
            <a:r>
              <a:rPr b="0" i="0" lang="en-US" sz="1400" u="none" cap="none" strike="noStrike">
                <a:solidFill>
                  <a:srgbClr val="1B2A41"/>
                </a:solidFill>
                <a:latin typeface="IBM Plex Sans"/>
                <a:ea typeface="IBM Plex Sans"/>
                <a:cs typeface="IBM Plex Sans"/>
                <a:sym typeface="IBM Plex Sans"/>
              </a:rPr>
              <a:t>Rovera, David</a:t>
            </a:r>
            <a:endParaRPr b="0" i="0" sz="1400" u="none" cap="none" strike="noStrike">
              <a:solidFill>
                <a:schemeClr val="dk1"/>
              </a:solidFill>
              <a:latin typeface="IBM Plex Sans"/>
              <a:ea typeface="IBM Plex Sans"/>
              <a:cs typeface="IBM Plex Sans"/>
              <a:sym typeface="IBM Plex Sans"/>
            </a:endParaRPr>
          </a:p>
        </p:txBody>
      </p:sp>
      <p:sp>
        <p:nvSpPr>
          <p:cNvPr id="45" name="Google Shape;45;p4"/>
          <p:cNvSpPr/>
          <p:nvPr/>
        </p:nvSpPr>
        <p:spPr>
          <a:xfrm>
            <a:off x="8026360" y="4935617"/>
            <a:ext cx="3453507" cy="27424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B2A41"/>
              </a:buClr>
              <a:buSzPts val="1400"/>
              <a:buFont typeface="IBM Plex Sans"/>
              <a:buNone/>
            </a:pPr>
            <a:r>
              <a:rPr b="0" i="0" lang="en-US" sz="1400" u="none" cap="none" strike="noStrike">
                <a:solidFill>
                  <a:srgbClr val="1B2A41"/>
                </a:solidFill>
                <a:latin typeface="IBM Plex Sans"/>
                <a:ea typeface="IBM Plex Sans"/>
                <a:cs typeface="IBM Plex Sans"/>
                <a:sym typeface="IBM Plex Sans"/>
              </a:rPr>
              <a:t>Saccone, Facundo</a:t>
            </a:r>
            <a:endParaRPr b="0" i="0" sz="1400" u="none" cap="none" strike="noStrike">
              <a:solidFill>
                <a:schemeClr val="dk1"/>
              </a:solidFill>
              <a:latin typeface="IBM Plex Sans"/>
              <a:ea typeface="IBM Plex Sans"/>
              <a:cs typeface="IBM Plex Sans"/>
              <a:sym typeface="IBM Plex Sans"/>
            </a:endParaRPr>
          </a:p>
        </p:txBody>
      </p:sp>
      <p:sp>
        <p:nvSpPr>
          <p:cNvPr id="46" name="Google Shape;46;p4"/>
          <p:cNvSpPr/>
          <p:nvPr/>
        </p:nvSpPr>
        <p:spPr>
          <a:xfrm>
            <a:off x="8026360" y="5222558"/>
            <a:ext cx="3453507" cy="27424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B2A41"/>
              </a:buClr>
              <a:buSzPts val="1400"/>
              <a:buFont typeface="IBM Plex Sans"/>
              <a:buNone/>
            </a:pPr>
            <a:r>
              <a:rPr b="0" i="0" lang="en-US" sz="1400" u="none" cap="none" strike="noStrike">
                <a:solidFill>
                  <a:srgbClr val="1B2A41"/>
                </a:solidFill>
                <a:latin typeface="IBM Plex Sans"/>
                <a:ea typeface="IBM Plex Sans"/>
                <a:cs typeface="IBM Plex Sans"/>
                <a:sym typeface="IBM Plex Sans"/>
              </a:rPr>
              <a:t>Berecibar, Pedro Oscar</a:t>
            </a:r>
            <a:endParaRPr b="0" i="0" sz="1400" u="none" cap="none" strike="noStrike">
              <a:solidFill>
                <a:schemeClr val="dk1"/>
              </a:solidFill>
              <a:latin typeface="IBM Plex Sans"/>
              <a:ea typeface="IBM Plex Sans"/>
              <a:cs typeface="IBM Plex Sans"/>
              <a:sym typeface="IBM Plex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2"/>
        </a:solidFill>
      </p:bgPr>
    </p:bg>
    <p:spTree>
      <p:nvGrpSpPr>
        <p:cNvPr id="51" name="Shape 51"/>
        <p:cNvGrpSpPr/>
        <p:nvPr/>
      </p:nvGrpSpPr>
      <p:grpSpPr>
        <a:xfrm>
          <a:off x="0" y="0"/>
          <a:ext cx="0" cy="0"/>
          <a:chOff x="0" y="0"/>
          <a:chExt cx="0" cy="0"/>
        </a:xfrm>
      </p:grpSpPr>
      <p:sp>
        <p:nvSpPr>
          <p:cNvPr id="52" name="Google Shape;52;p5"/>
          <p:cNvSpPr txBox="1"/>
          <p:nvPr>
            <p:ph type="title"/>
          </p:nvPr>
        </p:nvSpPr>
        <p:spPr>
          <a:xfrm>
            <a:off x="812721" y="711160"/>
            <a:ext cx="10883556" cy="4445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B2A41"/>
              </a:buClr>
              <a:buSzPts val="3000"/>
              <a:buFont typeface="IBM Plex Sans"/>
              <a:buNone/>
            </a:pPr>
            <a:r>
              <a:rPr b="1" i="0" lang="en-US" sz="3000">
                <a:solidFill>
                  <a:srgbClr val="1B2A41"/>
                </a:solidFill>
                <a:latin typeface="IBM Plex Sans"/>
                <a:ea typeface="IBM Plex Sans"/>
                <a:cs typeface="IBM Plex Sans"/>
                <a:sym typeface="IBM Plex Sans"/>
              </a:rPr>
              <a:t>¿Y si el banco cambia el modelo y se equivoca?</a:t>
            </a:r>
            <a:endParaRPr sz="3000"/>
          </a:p>
        </p:txBody>
      </p:sp>
      <p:sp>
        <p:nvSpPr>
          <p:cNvPr id="53" name="Google Shape;53;p5"/>
          <p:cNvSpPr/>
          <p:nvPr/>
        </p:nvSpPr>
        <p:spPr>
          <a:xfrm>
            <a:off x="3098602" y="1358860"/>
            <a:ext cx="4199124" cy="3631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B5563"/>
              </a:buClr>
              <a:buSzPts val="1900"/>
              <a:buFont typeface="IBM Plex Sans"/>
              <a:buNone/>
            </a:pPr>
            <a:r>
              <a:rPr b="1" i="0" lang="en-US" sz="1900" u="none" cap="none" strike="noStrike">
                <a:solidFill>
                  <a:srgbClr val="4B5563"/>
                </a:solidFill>
                <a:latin typeface="IBM Plex Sans"/>
                <a:ea typeface="IBM Plex Sans"/>
                <a:cs typeface="IBM Plex Sans"/>
                <a:sym typeface="IBM Plex Sans"/>
              </a:rPr>
              <a:t>El modelo aprueba</a:t>
            </a:r>
            <a:endParaRPr b="0" i="0" sz="1900" u="none" cap="none" strike="noStrike">
              <a:solidFill>
                <a:schemeClr val="dk1"/>
              </a:solidFill>
              <a:latin typeface="IBM Plex Sans"/>
              <a:ea typeface="IBM Plex Sans"/>
              <a:cs typeface="IBM Plex Sans"/>
              <a:sym typeface="IBM Plex Sans"/>
            </a:endParaRPr>
          </a:p>
        </p:txBody>
      </p:sp>
      <p:sp>
        <p:nvSpPr>
          <p:cNvPr id="54" name="Google Shape;54;p5"/>
          <p:cNvSpPr/>
          <p:nvPr/>
        </p:nvSpPr>
        <p:spPr>
          <a:xfrm>
            <a:off x="7302342" y="1358860"/>
            <a:ext cx="4199247" cy="3631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B5563"/>
              </a:buClr>
              <a:buSzPts val="1900"/>
              <a:buFont typeface="IBM Plex Sans"/>
              <a:buNone/>
            </a:pPr>
            <a:r>
              <a:rPr b="1" i="0" lang="en-US" sz="1900" u="none" cap="none" strike="noStrike">
                <a:solidFill>
                  <a:srgbClr val="4B5563"/>
                </a:solidFill>
                <a:latin typeface="IBM Plex Sans"/>
                <a:ea typeface="IBM Plex Sans"/>
                <a:cs typeface="IBM Plex Sans"/>
                <a:sym typeface="IBM Plex Sans"/>
              </a:rPr>
              <a:t>El modelo bloquea</a:t>
            </a:r>
            <a:endParaRPr b="0" i="0" sz="1900" u="none" cap="none" strike="noStrike">
              <a:solidFill>
                <a:schemeClr val="dk1"/>
              </a:solidFill>
              <a:latin typeface="IBM Plex Sans"/>
              <a:ea typeface="IBM Plex Sans"/>
              <a:cs typeface="IBM Plex Sans"/>
              <a:sym typeface="IBM Plex Sans"/>
            </a:endParaRPr>
          </a:p>
        </p:txBody>
      </p:sp>
      <p:sp>
        <p:nvSpPr>
          <p:cNvPr id="55" name="Google Shape;55;p5"/>
          <p:cNvSpPr/>
          <p:nvPr/>
        </p:nvSpPr>
        <p:spPr>
          <a:xfrm>
            <a:off x="812721" y="2439472"/>
            <a:ext cx="2223729" cy="38092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B2A41"/>
              </a:buClr>
              <a:buSzPts val="2000"/>
              <a:buFont typeface="IBM Plex Sans"/>
              <a:buNone/>
            </a:pPr>
            <a:r>
              <a:rPr b="1" i="0" lang="en-US" sz="2000" u="none" cap="none" strike="noStrike">
                <a:solidFill>
                  <a:srgbClr val="1B2A41"/>
                </a:solidFill>
                <a:latin typeface="IBM Plex Sans"/>
                <a:ea typeface="IBM Plex Sans"/>
                <a:cs typeface="IBM Plex Sans"/>
                <a:sym typeface="IBM Plex Sans"/>
              </a:rPr>
              <a:t>Compra legítima</a:t>
            </a:r>
            <a:endParaRPr b="0" i="0" sz="2000" u="none" cap="none" strike="noStrike">
              <a:solidFill>
                <a:schemeClr val="dk1"/>
              </a:solidFill>
              <a:latin typeface="IBM Plex Sans"/>
              <a:ea typeface="IBM Plex Sans"/>
              <a:cs typeface="IBM Plex Sans"/>
              <a:sym typeface="IBM Plex Sans"/>
            </a:endParaRPr>
          </a:p>
        </p:txBody>
      </p:sp>
      <p:sp>
        <p:nvSpPr>
          <p:cNvPr id="56" name="Google Shape;56;p5"/>
          <p:cNvSpPr/>
          <p:nvPr/>
        </p:nvSpPr>
        <p:spPr>
          <a:xfrm>
            <a:off x="3098602" y="1823562"/>
            <a:ext cx="4076819" cy="1587460"/>
          </a:xfrm>
          <a:prstGeom prst="roundRect">
            <a:avLst>
              <a:gd fmla="val 3200" name="adj"/>
            </a:avLst>
          </a:prstGeom>
          <a:solidFill>
            <a:srgbClr val="E3EC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5"/>
          <p:cNvSpPr/>
          <p:nvPr/>
        </p:nvSpPr>
        <p:spPr>
          <a:xfrm>
            <a:off x="3301722" y="2282072"/>
            <a:ext cx="3780695" cy="36068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B2A41"/>
              </a:buClr>
              <a:buSzPts val="2400"/>
              <a:buFont typeface="IBM Plex Sans"/>
              <a:buNone/>
            </a:pPr>
            <a:r>
              <a:rPr b="1" i="0" lang="en-US" sz="2400" u="none" cap="none" strike="noStrike">
                <a:solidFill>
                  <a:srgbClr val="1B2A41"/>
                </a:solidFill>
                <a:latin typeface="IBM Plex Sans"/>
                <a:ea typeface="IBM Plex Sans"/>
                <a:cs typeface="IBM Plex Sans"/>
                <a:sym typeface="IBM Plex Sans"/>
              </a:rPr>
              <a:t>Compra aprobada</a:t>
            </a:r>
            <a:endParaRPr b="0" i="0" sz="2400" u="none" cap="none" strike="noStrike">
              <a:solidFill>
                <a:schemeClr val="dk1"/>
              </a:solidFill>
              <a:latin typeface="IBM Plex Sans"/>
              <a:ea typeface="IBM Plex Sans"/>
              <a:cs typeface="IBM Plex Sans"/>
              <a:sym typeface="IBM Plex Sans"/>
            </a:endParaRPr>
          </a:p>
        </p:txBody>
      </p:sp>
      <p:sp>
        <p:nvSpPr>
          <p:cNvPr id="58" name="Google Shape;58;p5"/>
          <p:cNvSpPr/>
          <p:nvPr/>
        </p:nvSpPr>
        <p:spPr>
          <a:xfrm>
            <a:off x="3301722" y="2668072"/>
            <a:ext cx="3780695" cy="3098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B2A41"/>
              </a:buClr>
              <a:buSzPts val="1600"/>
              <a:buFont typeface="IBM Plex Sans"/>
              <a:buNone/>
            </a:pPr>
            <a:r>
              <a:rPr b="0" i="0" lang="en-US" sz="1600" u="none" cap="none" strike="noStrike">
                <a:solidFill>
                  <a:srgbClr val="1B2A41"/>
                </a:solidFill>
                <a:latin typeface="IBM Plex Sans"/>
                <a:ea typeface="IBM Plex Sans"/>
                <a:cs typeface="IBM Plex Sans"/>
                <a:sym typeface="IBM Plex Sans"/>
              </a:rPr>
              <a:t>Todo bien</a:t>
            </a:r>
            <a:endParaRPr b="0" i="0" sz="1600" u="none" cap="none" strike="noStrike">
              <a:solidFill>
                <a:schemeClr val="dk1"/>
              </a:solidFill>
              <a:latin typeface="IBM Plex Sans"/>
              <a:ea typeface="IBM Plex Sans"/>
              <a:cs typeface="IBM Plex Sans"/>
              <a:sym typeface="IBM Plex Sans"/>
            </a:endParaRPr>
          </a:p>
        </p:txBody>
      </p:sp>
      <p:sp>
        <p:nvSpPr>
          <p:cNvPr id="59" name="Google Shape;59;p5"/>
          <p:cNvSpPr/>
          <p:nvPr/>
        </p:nvSpPr>
        <p:spPr>
          <a:xfrm>
            <a:off x="7302342" y="1823562"/>
            <a:ext cx="4076938" cy="1587460"/>
          </a:xfrm>
          <a:prstGeom prst="roundRect">
            <a:avLst>
              <a:gd fmla="val 3200" name="adj"/>
            </a:avLst>
          </a:prstGeom>
          <a:solidFill>
            <a:srgbClr val="F7D9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p:nvPr/>
        </p:nvSpPr>
        <p:spPr>
          <a:xfrm>
            <a:off x="7505462" y="2282072"/>
            <a:ext cx="3780818" cy="36068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B2A41"/>
              </a:buClr>
              <a:buSzPts val="2400"/>
              <a:buFont typeface="IBM Plex Sans"/>
              <a:buNone/>
            </a:pPr>
            <a:r>
              <a:rPr b="1" i="0" lang="en-US" sz="2400" u="none" cap="none" strike="noStrike">
                <a:solidFill>
                  <a:srgbClr val="1B2A41"/>
                </a:solidFill>
                <a:latin typeface="IBM Plex Sans"/>
                <a:ea typeface="IBM Plex Sans"/>
                <a:cs typeface="IBM Plex Sans"/>
                <a:sym typeface="IBM Plex Sans"/>
              </a:rPr>
              <a:t>Falso positivo</a:t>
            </a:r>
            <a:endParaRPr b="0" i="0" sz="2400" u="none" cap="none" strike="noStrike">
              <a:solidFill>
                <a:schemeClr val="dk1"/>
              </a:solidFill>
              <a:latin typeface="IBM Plex Sans"/>
              <a:ea typeface="IBM Plex Sans"/>
              <a:cs typeface="IBM Plex Sans"/>
              <a:sym typeface="IBM Plex Sans"/>
            </a:endParaRPr>
          </a:p>
        </p:txBody>
      </p:sp>
      <p:sp>
        <p:nvSpPr>
          <p:cNvPr id="61" name="Google Shape;61;p5"/>
          <p:cNvSpPr/>
          <p:nvPr/>
        </p:nvSpPr>
        <p:spPr>
          <a:xfrm>
            <a:off x="7505462" y="2668072"/>
            <a:ext cx="3780818" cy="3098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B2A41"/>
              </a:buClr>
              <a:buSzPts val="1600"/>
              <a:buFont typeface="IBM Plex Sans"/>
              <a:buNone/>
            </a:pPr>
            <a:r>
              <a:rPr b="0" i="0" lang="en-US" sz="1600" u="none" cap="none" strike="noStrike">
                <a:solidFill>
                  <a:srgbClr val="1B2A41"/>
                </a:solidFill>
                <a:latin typeface="IBM Plex Sans"/>
                <a:ea typeface="IBM Plex Sans"/>
                <a:cs typeface="IBM Plex Sans"/>
                <a:sym typeface="IBM Plex Sans"/>
              </a:rPr>
              <a:t>Compra legítima bloqueada</a:t>
            </a:r>
            <a:endParaRPr b="0" i="0" sz="1600" u="none" cap="none" strike="noStrike">
              <a:solidFill>
                <a:schemeClr val="dk1"/>
              </a:solidFill>
              <a:latin typeface="IBM Plex Sans"/>
              <a:ea typeface="IBM Plex Sans"/>
              <a:cs typeface="IBM Plex Sans"/>
              <a:sym typeface="IBM Plex Sans"/>
            </a:endParaRPr>
          </a:p>
        </p:txBody>
      </p:sp>
      <p:sp>
        <p:nvSpPr>
          <p:cNvPr id="62" name="Google Shape;62;p5"/>
          <p:cNvSpPr/>
          <p:nvPr/>
        </p:nvSpPr>
        <p:spPr>
          <a:xfrm>
            <a:off x="812721" y="4153853"/>
            <a:ext cx="2223729" cy="38092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B2A41"/>
              </a:buClr>
              <a:buSzPts val="2000"/>
              <a:buFont typeface="IBM Plex Sans"/>
              <a:buNone/>
            </a:pPr>
            <a:r>
              <a:rPr b="1" i="0" lang="en-US" sz="2000" u="none" cap="none" strike="noStrike">
                <a:solidFill>
                  <a:srgbClr val="1B2A41"/>
                </a:solidFill>
                <a:latin typeface="IBM Plex Sans"/>
                <a:ea typeface="IBM Plex Sans"/>
                <a:cs typeface="IBM Plex Sans"/>
                <a:sym typeface="IBM Plex Sans"/>
              </a:rPr>
              <a:t>Fraude real</a:t>
            </a:r>
            <a:endParaRPr b="0" i="0" sz="2000" u="none" cap="none" strike="noStrike">
              <a:solidFill>
                <a:schemeClr val="dk1"/>
              </a:solidFill>
              <a:latin typeface="IBM Plex Sans"/>
              <a:ea typeface="IBM Plex Sans"/>
              <a:cs typeface="IBM Plex Sans"/>
              <a:sym typeface="IBM Plex Sans"/>
            </a:endParaRPr>
          </a:p>
        </p:txBody>
      </p:sp>
      <p:sp>
        <p:nvSpPr>
          <p:cNvPr id="63" name="Google Shape;63;p5"/>
          <p:cNvSpPr/>
          <p:nvPr/>
        </p:nvSpPr>
        <p:spPr>
          <a:xfrm>
            <a:off x="3098602" y="3537943"/>
            <a:ext cx="4076819" cy="1587460"/>
          </a:xfrm>
          <a:prstGeom prst="roundRect">
            <a:avLst>
              <a:gd fmla="val 3200" name="adj"/>
            </a:avLst>
          </a:prstGeom>
          <a:solidFill>
            <a:srgbClr val="E078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5"/>
          <p:cNvSpPr/>
          <p:nvPr/>
        </p:nvSpPr>
        <p:spPr>
          <a:xfrm>
            <a:off x="3301722" y="3996452"/>
            <a:ext cx="3780695" cy="36068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B2A41"/>
              </a:buClr>
              <a:buSzPts val="2400"/>
              <a:buFont typeface="IBM Plex Sans"/>
              <a:buNone/>
            </a:pPr>
            <a:r>
              <a:rPr b="1" i="0" lang="en-US" sz="2400" u="none" cap="none" strike="noStrike">
                <a:solidFill>
                  <a:srgbClr val="1B2A41"/>
                </a:solidFill>
                <a:latin typeface="IBM Plex Sans"/>
                <a:ea typeface="IBM Plex Sans"/>
                <a:cs typeface="IBM Plex Sans"/>
                <a:sym typeface="IBM Plex Sans"/>
              </a:rPr>
              <a:t>Falso negativo</a:t>
            </a:r>
            <a:endParaRPr b="0" i="0" sz="2400" u="none" cap="none" strike="noStrike">
              <a:solidFill>
                <a:schemeClr val="dk1"/>
              </a:solidFill>
              <a:latin typeface="IBM Plex Sans"/>
              <a:ea typeface="IBM Plex Sans"/>
              <a:cs typeface="IBM Plex Sans"/>
              <a:sym typeface="IBM Plex Sans"/>
            </a:endParaRPr>
          </a:p>
        </p:txBody>
      </p:sp>
      <p:sp>
        <p:nvSpPr>
          <p:cNvPr id="65" name="Google Shape;65;p5"/>
          <p:cNvSpPr/>
          <p:nvPr/>
        </p:nvSpPr>
        <p:spPr>
          <a:xfrm>
            <a:off x="3301722" y="4382453"/>
            <a:ext cx="3780695" cy="3098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B2A41"/>
              </a:buClr>
              <a:buSzPts val="1600"/>
              <a:buFont typeface="IBM Plex Sans"/>
              <a:buNone/>
            </a:pPr>
            <a:r>
              <a:rPr b="0" i="0" lang="en-US" sz="1600" u="none" cap="none" strike="noStrike">
                <a:solidFill>
                  <a:srgbClr val="1B2A41"/>
                </a:solidFill>
                <a:latin typeface="IBM Plex Sans"/>
                <a:ea typeface="IBM Plex Sans"/>
                <a:cs typeface="IBM Plex Sans"/>
                <a:sym typeface="IBM Plex Sans"/>
              </a:rPr>
              <a:t>El fraude pasa</a:t>
            </a:r>
            <a:endParaRPr b="0" i="0" sz="1600" u="none" cap="none" strike="noStrike">
              <a:solidFill>
                <a:schemeClr val="dk1"/>
              </a:solidFill>
              <a:latin typeface="IBM Plex Sans"/>
              <a:ea typeface="IBM Plex Sans"/>
              <a:cs typeface="IBM Plex Sans"/>
              <a:sym typeface="IBM Plex Sans"/>
            </a:endParaRPr>
          </a:p>
        </p:txBody>
      </p:sp>
      <p:sp>
        <p:nvSpPr>
          <p:cNvPr id="66" name="Google Shape;66;p5"/>
          <p:cNvSpPr/>
          <p:nvPr/>
        </p:nvSpPr>
        <p:spPr>
          <a:xfrm>
            <a:off x="7302342" y="3537943"/>
            <a:ext cx="4076938" cy="1587460"/>
          </a:xfrm>
          <a:prstGeom prst="roundRect">
            <a:avLst>
              <a:gd fmla="val 3200" name="adj"/>
            </a:avLst>
          </a:prstGeom>
          <a:solidFill>
            <a:srgbClr val="E3EC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5"/>
          <p:cNvSpPr/>
          <p:nvPr/>
        </p:nvSpPr>
        <p:spPr>
          <a:xfrm>
            <a:off x="7505462" y="3996452"/>
            <a:ext cx="3780818" cy="36068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B2A41"/>
              </a:buClr>
              <a:buSzPts val="2400"/>
              <a:buFont typeface="IBM Plex Sans"/>
              <a:buNone/>
            </a:pPr>
            <a:r>
              <a:rPr b="1" i="0" lang="en-US" sz="2400" u="none" cap="none" strike="noStrike">
                <a:solidFill>
                  <a:srgbClr val="1B2A41"/>
                </a:solidFill>
                <a:latin typeface="IBM Plex Sans"/>
                <a:ea typeface="IBM Plex Sans"/>
                <a:cs typeface="IBM Plex Sans"/>
                <a:sym typeface="IBM Plex Sans"/>
              </a:rPr>
              <a:t>Fraude frenado</a:t>
            </a:r>
            <a:endParaRPr b="0" i="0" sz="2400" u="none" cap="none" strike="noStrike">
              <a:solidFill>
                <a:schemeClr val="dk1"/>
              </a:solidFill>
              <a:latin typeface="IBM Plex Sans"/>
              <a:ea typeface="IBM Plex Sans"/>
              <a:cs typeface="IBM Plex Sans"/>
              <a:sym typeface="IBM Plex Sans"/>
            </a:endParaRPr>
          </a:p>
        </p:txBody>
      </p:sp>
      <p:sp>
        <p:nvSpPr>
          <p:cNvPr id="68" name="Google Shape;68;p5"/>
          <p:cNvSpPr/>
          <p:nvPr/>
        </p:nvSpPr>
        <p:spPr>
          <a:xfrm>
            <a:off x="7505462" y="4382453"/>
            <a:ext cx="3780818" cy="3098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B2A41"/>
              </a:buClr>
              <a:buSzPts val="1600"/>
              <a:buFont typeface="IBM Plex Sans"/>
              <a:buNone/>
            </a:pPr>
            <a:r>
              <a:rPr b="0" i="0" lang="en-US" sz="1600" u="none" cap="none" strike="noStrike">
                <a:solidFill>
                  <a:srgbClr val="1B2A41"/>
                </a:solidFill>
                <a:latin typeface="IBM Plex Sans"/>
                <a:ea typeface="IBM Plex Sans"/>
                <a:cs typeface="IBM Plex Sans"/>
                <a:sym typeface="IBM Plex Sans"/>
              </a:rPr>
              <a:t>El modelo acierta</a:t>
            </a:r>
            <a:endParaRPr b="0" i="0" sz="1600" u="none" cap="none" strike="noStrike">
              <a:solidFill>
                <a:schemeClr val="dk1"/>
              </a:solidFill>
              <a:latin typeface="IBM Plex Sans"/>
              <a:ea typeface="IBM Plex Sans"/>
              <a:cs typeface="IBM Plex Sans"/>
              <a:sym typeface="IBM Plex Sans"/>
            </a:endParaRPr>
          </a:p>
        </p:txBody>
      </p:sp>
      <p:sp>
        <p:nvSpPr>
          <p:cNvPr id="69" name="Google Shape;69;p5"/>
          <p:cNvSpPr/>
          <p:nvPr/>
        </p:nvSpPr>
        <p:spPr>
          <a:xfrm>
            <a:off x="812721" y="5354003"/>
            <a:ext cx="10883556" cy="421521"/>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2B5C9E"/>
              </a:buClr>
              <a:buSzPts val="2600"/>
              <a:buFont typeface="IBM Plex Sans"/>
              <a:buNone/>
            </a:pPr>
            <a:r>
              <a:rPr b="1" i="0" lang="en-US" sz="2600" u="none" cap="none" strike="noStrike">
                <a:solidFill>
                  <a:srgbClr val="2B5C9E"/>
                </a:solidFill>
                <a:latin typeface="IBM Plex Sans"/>
                <a:ea typeface="IBM Plex Sans"/>
                <a:cs typeface="IBM Plex Sans"/>
                <a:sym typeface="IBM Plex Sans"/>
              </a:rPr>
              <a:t>Al cambiar de modelo, se mueven los dos errores.</a:t>
            </a:r>
            <a:endParaRPr b="0" i="0" sz="2600" u="none" cap="none" strike="noStrike">
              <a:solidFill>
                <a:schemeClr val="dk1"/>
              </a:solidFill>
              <a:latin typeface="IBM Plex Sans"/>
              <a:ea typeface="IBM Plex Sans"/>
              <a:cs typeface="IBM Plex Sans"/>
              <a:sym typeface="IBM Plex Sans"/>
            </a:endParaRPr>
          </a:p>
        </p:txBody>
      </p:sp>
      <p:sp>
        <p:nvSpPr>
          <p:cNvPr id="70" name="Google Shape;70;p5"/>
          <p:cNvSpPr/>
          <p:nvPr/>
        </p:nvSpPr>
        <p:spPr>
          <a:xfrm>
            <a:off x="812721" y="6238280"/>
            <a:ext cx="7194469" cy="2387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E6673"/>
              </a:buClr>
              <a:buSzPts val="1200"/>
              <a:buFont typeface="IBM Plex Sans"/>
              <a:buNone/>
            </a:pPr>
            <a:r>
              <a:rPr b="0" i="0" lang="en-US" sz="1200" u="none" cap="none" strike="noStrike">
                <a:solidFill>
                  <a:srgbClr val="5E6673"/>
                </a:solidFill>
                <a:latin typeface="IBM Plex Sans"/>
                <a:ea typeface="IBM Plex Sans"/>
                <a:cs typeface="IBM Plex Sans"/>
                <a:sym typeface="IBM Plex Sans"/>
              </a:rPr>
              <a:t>UTN FRC · Ingeniería y Calidad de Software · 4K3 · Grupo 13</a:t>
            </a:r>
            <a:endParaRPr b="0" i="0" sz="1200" u="none" cap="none" strike="noStrike">
              <a:solidFill>
                <a:schemeClr val="dk1"/>
              </a:solidFill>
              <a:latin typeface="IBM Plex Sans"/>
              <a:ea typeface="IBM Plex Sans"/>
              <a:cs typeface="IBM Plex Sans"/>
              <a:sym typeface="IBM Plex Sans"/>
            </a:endParaRPr>
          </a:p>
        </p:txBody>
      </p:sp>
      <p:sp>
        <p:nvSpPr>
          <p:cNvPr id="71" name="Google Shape;71;p5"/>
          <p:cNvSpPr/>
          <p:nvPr/>
        </p:nvSpPr>
        <p:spPr>
          <a:xfrm>
            <a:off x="8632270" y="6238280"/>
            <a:ext cx="2747010" cy="23876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5E6673"/>
              </a:buClr>
              <a:buSzPts val="1200"/>
              <a:buFont typeface="IBM Plex Sans"/>
              <a:buNone/>
            </a:pPr>
            <a:r>
              <a:rPr b="0" i="0" lang="en-US" sz="1200" u="none" cap="none" strike="noStrike">
                <a:solidFill>
                  <a:srgbClr val="5E6673"/>
                </a:solidFill>
                <a:latin typeface="IBM Plex Sans"/>
                <a:ea typeface="IBM Plex Sans"/>
                <a:cs typeface="IBM Plex Sans"/>
                <a:sym typeface="IBM Plex Sans"/>
              </a:rPr>
              <a:t>Introducción · 2 / 17</a:t>
            </a:r>
            <a:endParaRPr b="0" i="0" sz="1200" u="none" cap="none" strike="noStrike">
              <a:solidFill>
                <a:schemeClr val="dk1"/>
              </a:solidFill>
              <a:latin typeface="IBM Plex Sans"/>
              <a:ea typeface="IBM Plex Sans"/>
              <a:cs typeface="IBM Plex Sans"/>
              <a:sym typeface="IBM Plex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2"/>
        </a:solidFill>
      </p:bgPr>
    </p:bg>
    <p:spTree>
      <p:nvGrpSpPr>
        <p:cNvPr id="76" name="Shape 76"/>
        <p:cNvGrpSpPr/>
        <p:nvPr/>
      </p:nvGrpSpPr>
      <p:grpSpPr>
        <a:xfrm>
          <a:off x="0" y="0"/>
          <a:ext cx="0" cy="0"/>
          <a:chOff x="0" y="0"/>
          <a:chExt cx="0" cy="0"/>
        </a:xfrm>
      </p:grpSpPr>
      <p:sp>
        <p:nvSpPr>
          <p:cNvPr id="77" name="Google Shape;77;p6"/>
          <p:cNvSpPr txBox="1"/>
          <p:nvPr>
            <p:ph type="title"/>
          </p:nvPr>
        </p:nvSpPr>
        <p:spPr>
          <a:xfrm>
            <a:off x="812721" y="711161"/>
            <a:ext cx="10883556" cy="440690"/>
          </a:xfrm>
          <a:prstGeom prst="rect">
            <a:avLst/>
          </a:prstGeom>
          <a:noFill/>
          <a:ln>
            <a:noFill/>
          </a:ln>
        </p:spPr>
        <p:txBody>
          <a:bodyPr anchorCtr="0" anchor="t" bIns="0" lIns="0" spcFirstLastPara="1" rIns="0" wrap="square" tIns="0">
            <a:normAutofit/>
          </a:bodyPr>
          <a:lstStyle/>
          <a:p>
            <a:pPr indent="0" lvl="0" marL="0" rtl="0" algn="l">
              <a:lnSpc>
                <a:spcPct val="109993"/>
              </a:lnSpc>
              <a:spcBef>
                <a:spcPts val="0"/>
              </a:spcBef>
              <a:spcAft>
                <a:spcPts val="0"/>
              </a:spcAft>
              <a:buClr>
                <a:srgbClr val="1B2A41"/>
              </a:buClr>
              <a:buSzPts val="2972"/>
              <a:buFont typeface="IBM Plex Sans"/>
              <a:buNone/>
            </a:pPr>
            <a:r>
              <a:rPr b="1" i="0" lang="en-US" sz="2972">
                <a:solidFill>
                  <a:srgbClr val="1B2A41"/>
                </a:solidFill>
                <a:latin typeface="IBM Plex Sans"/>
                <a:ea typeface="IBM Plex Sans"/>
                <a:cs typeface="IBM Plex Sans"/>
                <a:sym typeface="IBM Plex Sans"/>
              </a:rPr>
              <a:t>¿Qué desplegamos realmente?</a:t>
            </a:r>
            <a:endParaRPr sz="2972"/>
          </a:p>
        </p:txBody>
      </p:sp>
      <p:sp>
        <p:nvSpPr>
          <p:cNvPr id="78" name="Google Shape;78;p6"/>
          <p:cNvSpPr/>
          <p:nvPr/>
        </p:nvSpPr>
        <p:spPr>
          <a:xfrm>
            <a:off x="819071" y="1310562"/>
            <a:ext cx="2514640" cy="2302351"/>
          </a:xfrm>
          <a:prstGeom prst="roundRect">
            <a:avLst>
              <a:gd fmla="val 1931" name="adj"/>
            </a:avLst>
          </a:prstGeom>
          <a:solidFill>
            <a:srgbClr val="FCFBF8"/>
          </a:solidFill>
          <a:ln cap="flat" cmpd="sng" w="12700">
            <a:solidFill>
              <a:srgbClr val="CFCAB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ode" id="79" name="Google Shape;79;p6"/>
          <p:cNvPicPr preferRelativeResize="0"/>
          <p:nvPr/>
        </p:nvPicPr>
        <p:blipFill rotWithShape="1">
          <a:blip r:embed="rId3">
            <a:alphaModFix/>
          </a:blip>
          <a:srcRect b="0" l="0" r="0" t="0"/>
          <a:stretch/>
        </p:blipFill>
        <p:spPr>
          <a:xfrm>
            <a:off x="1048941" y="1540432"/>
            <a:ext cx="507921" cy="507921"/>
          </a:xfrm>
          <a:prstGeom prst="rect">
            <a:avLst/>
          </a:prstGeom>
          <a:noFill/>
          <a:ln>
            <a:noFill/>
          </a:ln>
        </p:spPr>
      </p:pic>
      <p:sp>
        <p:nvSpPr>
          <p:cNvPr id="80" name="Google Shape;80;p6"/>
          <p:cNvSpPr/>
          <p:nvPr/>
        </p:nvSpPr>
        <p:spPr>
          <a:xfrm>
            <a:off x="1048941" y="2149912"/>
            <a:ext cx="2116547" cy="4165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B2A41"/>
              </a:buClr>
              <a:buSzPts val="2200"/>
              <a:buFont typeface="IBM Plex Sans"/>
              <a:buNone/>
            </a:pPr>
            <a:r>
              <a:rPr b="1" i="0" lang="en-US" sz="2200" u="none" cap="none" strike="noStrike">
                <a:solidFill>
                  <a:srgbClr val="1B2A41"/>
                </a:solidFill>
                <a:latin typeface="IBM Plex Sans"/>
                <a:ea typeface="IBM Plex Sans"/>
                <a:cs typeface="IBM Plex Sans"/>
                <a:sym typeface="IBM Plex Sans"/>
              </a:rPr>
              <a:t>Código</a:t>
            </a:r>
            <a:endParaRPr b="0" i="0" sz="2200" u="none" cap="none" strike="noStrike">
              <a:solidFill>
                <a:schemeClr val="dk1"/>
              </a:solidFill>
              <a:latin typeface="IBM Plex Sans"/>
              <a:ea typeface="IBM Plex Sans"/>
              <a:cs typeface="IBM Plex Sans"/>
              <a:sym typeface="IBM Plex Sans"/>
            </a:endParaRPr>
          </a:p>
        </p:txBody>
      </p:sp>
      <p:sp>
        <p:nvSpPr>
          <p:cNvPr id="81" name="Google Shape;81;p6"/>
          <p:cNvSpPr/>
          <p:nvPr/>
        </p:nvSpPr>
        <p:spPr>
          <a:xfrm>
            <a:off x="1048941" y="2642592"/>
            <a:ext cx="2116547" cy="533321"/>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563"/>
              </a:buClr>
              <a:buSzPts val="1600"/>
              <a:buFont typeface="IBM Plex Sans"/>
              <a:buNone/>
            </a:pPr>
            <a:r>
              <a:rPr b="0" i="0" lang="en-US" sz="1600" u="none" cap="none" strike="noStrike">
                <a:solidFill>
                  <a:srgbClr val="4B5563"/>
                </a:solidFill>
                <a:latin typeface="IBM Plex Sans"/>
                <a:ea typeface="IBM Plex Sans"/>
                <a:cs typeface="IBM Plex Sans"/>
                <a:sym typeface="IBM Plex Sans"/>
              </a:rPr>
              <a:t>El pipeline y el servicio que responde</a:t>
            </a:r>
            <a:endParaRPr b="0" i="0" sz="1600" u="none" cap="none" strike="noStrike">
              <a:solidFill>
                <a:schemeClr val="dk1"/>
              </a:solidFill>
              <a:latin typeface="IBM Plex Sans"/>
              <a:ea typeface="IBM Plex Sans"/>
              <a:cs typeface="IBM Plex Sans"/>
              <a:sym typeface="IBM Plex Sans"/>
            </a:endParaRPr>
          </a:p>
        </p:txBody>
      </p:sp>
      <p:sp>
        <p:nvSpPr>
          <p:cNvPr id="82" name="Google Shape;82;p6"/>
          <p:cNvSpPr/>
          <p:nvPr/>
        </p:nvSpPr>
        <p:spPr>
          <a:xfrm>
            <a:off x="3498810" y="1310562"/>
            <a:ext cx="2514640" cy="2302351"/>
          </a:xfrm>
          <a:prstGeom prst="roundRect">
            <a:avLst>
              <a:gd fmla="val 1931" name="adj"/>
            </a:avLst>
          </a:prstGeom>
          <a:solidFill>
            <a:srgbClr val="FCFBF8"/>
          </a:solidFill>
          <a:ln cap="flat" cmpd="sng" w="12700">
            <a:solidFill>
              <a:srgbClr val="CFCAB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Database" id="83" name="Google Shape;83;p6"/>
          <p:cNvPicPr preferRelativeResize="0"/>
          <p:nvPr/>
        </p:nvPicPr>
        <p:blipFill rotWithShape="1">
          <a:blip r:embed="rId4">
            <a:alphaModFix/>
          </a:blip>
          <a:srcRect b="0" l="-20" r="-20" t="0"/>
          <a:stretch/>
        </p:blipFill>
        <p:spPr>
          <a:xfrm>
            <a:off x="3728681" y="1540432"/>
            <a:ext cx="507921" cy="501372"/>
          </a:xfrm>
          <a:prstGeom prst="rect">
            <a:avLst/>
          </a:prstGeom>
          <a:noFill/>
          <a:ln>
            <a:noFill/>
          </a:ln>
        </p:spPr>
      </p:pic>
      <p:sp>
        <p:nvSpPr>
          <p:cNvPr id="84" name="Google Shape;84;p6"/>
          <p:cNvSpPr/>
          <p:nvPr/>
        </p:nvSpPr>
        <p:spPr>
          <a:xfrm>
            <a:off x="3728681" y="2143364"/>
            <a:ext cx="2116547" cy="411520"/>
          </a:xfrm>
          <a:prstGeom prst="rect">
            <a:avLst/>
          </a:prstGeom>
          <a:noFill/>
          <a:ln>
            <a:noFill/>
          </a:ln>
        </p:spPr>
        <p:txBody>
          <a:bodyPr anchorCtr="0" anchor="t" bIns="0" lIns="0" spcFirstLastPara="1" rIns="0" wrap="square" tIns="0">
            <a:noAutofit/>
          </a:bodyPr>
          <a:lstStyle/>
          <a:p>
            <a:pPr indent="0" lvl="0" marL="0" marR="0" rtl="0" algn="l">
              <a:lnSpc>
                <a:spcPct val="139990"/>
              </a:lnSpc>
              <a:spcBef>
                <a:spcPts val="0"/>
              </a:spcBef>
              <a:spcAft>
                <a:spcPts val="0"/>
              </a:spcAft>
              <a:buClr>
                <a:srgbClr val="1B2A41"/>
              </a:buClr>
              <a:buSzPts val="2193"/>
              <a:buFont typeface="IBM Plex Sans"/>
              <a:buNone/>
            </a:pPr>
            <a:r>
              <a:rPr b="1" i="0" lang="en-US" sz="2193" u="none" cap="none" strike="noStrike">
                <a:solidFill>
                  <a:srgbClr val="1B2A41"/>
                </a:solidFill>
                <a:latin typeface="IBM Plex Sans"/>
                <a:ea typeface="IBM Plex Sans"/>
                <a:cs typeface="IBM Plex Sans"/>
                <a:sym typeface="IBM Plex Sans"/>
              </a:rPr>
              <a:t>Datos</a:t>
            </a:r>
            <a:endParaRPr b="0" i="0" sz="2193" u="none" cap="none" strike="noStrike">
              <a:solidFill>
                <a:schemeClr val="dk1"/>
              </a:solidFill>
              <a:latin typeface="IBM Plex Sans"/>
              <a:ea typeface="IBM Plex Sans"/>
              <a:cs typeface="IBM Plex Sans"/>
              <a:sym typeface="IBM Plex Sans"/>
            </a:endParaRPr>
          </a:p>
        </p:txBody>
      </p:sp>
      <p:sp>
        <p:nvSpPr>
          <p:cNvPr id="85" name="Google Shape;85;p6"/>
          <p:cNvSpPr/>
          <p:nvPr/>
        </p:nvSpPr>
        <p:spPr>
          <a:xfrm>
            <a:off x="3728681" y="2631044"/>
            <a:ext cx="2116547" cy="777399"/>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563"/>
              </a:buClr>
              <a:buSzPts val="1580"/>
              <a:buFont typeface="IBM Plex Sans"/>
              <a:buNone/>
            </a:pPr>
            <a:r>
              <a:rPr b="0" i="0" lang="en-US" sz="1580" u="none" cap="none" strike="noStrike">
                <a:solidFill>
                  <a:srgbClr val="4B5563"/>
                </a:solidFill>
                <a:latin typeface="IBM Plex Sans"/>
                <a:ea typeface="IBM Plex Sans"/>
                <a:cs typeface="IBM Plex Sans"/>
                <a:sym typeface="IBM Plex Sans"/>
              </a:rPr>
              <a:t>Las variables y los datos de entrenamiento</a:t>
            </a:r>
            <a:endParaRPr b="0" i="0" sz="1580" u="none" cap="none" strike="noStrike">
              <a:solidFill>
                <a:schemeClr val="dk1"/>
              </a:solidFill>
              <a:latin typeface="IBM Plex Sans"/>
              <a:ea typeface="IBM Plex Sans"/>
              <a:cs typeface="IBM Plex Sans"/>
              <a:sym typeface="IBM Plex Sans"/>
            </a:endParaRPr>
          </a:p>
        </p:txBody>
      </p:sp>
      <p:sp>
        <p:nvSpPr>
          <p:cNvPr id="86" name="Google Shape;86;p6"/>
          <p:cNvSpPr/>
          <p:nvPr/>
        </p:nvSpPr>
        <p:spPr>
          <a:xfrm>
            <a:off x="6178550" y="1310562"/>
            <a:ext cx="2514640" cy="2302351"/>
          </a:xfrm>
          <a:prstGeom prst="roundRect">
            <a:avLst>
              <a:gd fmla="val 1931" name="adj"/>
            </a:avLst>
          </a:prstGeom>
          <a:solidFill>
            <a:srgbClr val="FCFBF8"/>
          </a:solidFill>
          <a:ln cap="flat" cmpd="sng" w="12700">
            <a:solidFill>
              <a:srgbClr val="CFCAB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Activity" id="87" name="Google Shape;87;p6"/>
          <p:cNvPicPr preferRelativeResize="0"/>
          <p:nvPr/>
        </p:nvPicPr>
        <p:blipFill rotWithShape="1">
          <a:blip r:embed="rId5">
            <a:alphaModFix/>
          </a:blip>
          <a:srcRect b="0" l="0" r="0" t="0"/>
          <a:stretch/>
        </p:blipFill>
        <p:spPr>
          <a:xfrm>
            <a:off x="6408420" y="1540432"/>
            <a:ext cx="507921" cy="507921"/>
          </a:xfrm>
          <a:prstGeom prst="rect">
            <a:avLst/>
          </a:prstGeom>
          <a:noFill/>
          <a:ln>
            <a:noFill/>
          </a:ln>
        </p:spPr>
      </p:pic>
      <p:sp>
        <p:nvSpPr>
          <p:cNvPr id="88" name="Google Shape;88;p6"/>
          <p:cNvSpPr/>
          <p:nvPr/>
        </p:nvSpPr>
        <p:spPr>
          <a:xfrm>
            <a:off x="6408420" y="2149912"/>
            <a:ext cx="2116547" cy="4165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B2A41"/>
              </a:buClr>
              <a:buSzPts val="2200"/>
              <a:buFont typeface="IBM Plex Sans"/>
              <a:buNone/>
            </a:pPr>
            <a:r>
              <a:rPr b="1" i="0" lang="en-US" sz="2200" u="none" cap="none" strike="noStrike">
                <a:solidFill>
                  <a:srgbClr val="1B2A41"/>
                </a:solidFill>
                <a:latin typeface="IBM Plex Sans"/>
                <a:ea typeface="IBM Plex Sans"/>
                <a:cs typeface="IBM Plex Sans"/>
                <a:sym typeface="IBM Plex Sans"/>
              </a:rPr>
              <a:t>Modelo</a:t>
            </a:r>
            <a:endParaRPr b="0" i="0" sz="2200" u="none" cap="none" strike="noStrike">
              <a:solidFill>
                <a:schemeClr val="dk1"/>
              </a:solidFill>
              <a:latin typeface="IBM Plex Sans"/>
              <a:ea typeface="IBM Plex Sans"/>
              <a:cs typeface="IBM Plex Sans"/>
              <a:sym typeface="IBM Plex Sans"/>
            </a:endParaRPr>
          </a:p>
        </p:txBody>
      </p:sp>
      <p:sp>
        <p:nvSpPr>
          <p:cNvPr id="89" name="Google Shape;89;p6"/>
          <p:cNvSpPr/>
          <p:nvPr/>
        </p:nvSpPr>
        <p:spPr>
          <a:xfrm>
            <a:off x="6408420" y="2642592"/>
            <a:ext cx="2116547" cy="27936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563"/>
              </a:buClr>
              <a:buSzPts val="1600"/>
              <a:buFont typeface="IBM Plex Sans"/>
              <a:buNone/>
            </a:pPr>
            <a:r>
              <a:rPr b="0" i="0" lang="en-US" sz="1600" u="none" cap="none" strike="noStrike">
                <a:solidFill>
                  <a:srgbClr val="4B5563"/>
                </a:solidFill>
                <a:latin typeface="IBM Plex Sans"/>
                <a:ea typeface="IBM Plex Sans"/>
                <a:cs typeface="IBM Plex Sans"/>
                <a:sym typeface="IBM Plex Sans"/>
              </a:rPr>
              <a:t>El archivo entrenado</a:t>
            </a:r>
            <a:endParaRPr b="0" i="0" sz="1600" u="none" cap="none" strike="noStrike">
              <a:solidFill>
                <a:schemeClr val="dk1"/>
              </a:solidFill>
              <a:latin typeface="IBM Plex Sans"/>
              <a:ea typeface="IBM Plex Sans"/>
              <a:cs typeface="IBM Plex Sans"/>
              <a:sym typeface="IBM Plex Sans"/>
            </a:endParaRPr>
          </a:p>
        </p:txBody>
      </p:sp>
      <p:sp>
        <p:nvSpPr>
          <p:cNvPr id="90" name="Google Shape;90;p6"/>
          <p:cNvSpPr/>
          <p:nvPr/>
        </p:nvSpPr>
        <p:spPr>
          <a:xfrm>
            <a:off x="8858290" y="1310562"/>
            <a:ext cx="2514640" cy="2302351"/>
          </a:xfrm>
          <a:prstGeom prst="roundRect">
            <a:avLst>
              <a:gd fmla="val 1931" name="adj"/>
            </a:avLst>
          </a:prstGeom>
          <a:solidFill>
            <a:srgbClr val="FCFBF8"/>
          </a:solidFill>
          <a:ln cap="flat" cmpd="sng" w="12700">
            <a:solidFill>
              <a:srgbClr val="CFCAB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Settings" id="91" name="Google Shape;91;p6"/>
          <p:cNvPicPr preferRelativeResize="0"/>
          <p:nvPr/>
        </p:nvPicPr>
        <p:blipFill rotWithShape="1">
          <a:blip r:embed="rId6">
            <a:alphaModFix/>
          </a:blip>
          <a:srcRect b="0" l="0" r="0" t="0"/>
          <a:stretch/>
        </p:blipFill>
        <p:spPr>
          <a:xfrm>
            <a:off x="9088160" y="1540432"/>
            <a:ext cx="507921" cy="507921"/>
          </a:xfrm>
          <a:prstGeom prst="rect">
            <a:avLst/>
          </a:prstGeom>
          <a:noFill/>
          <a:ln>
            <a:noFill/>
          </a:ln>
        </p:spPr>
      </p:pic>
      <p:sp>
        <p:nvSpPr>
          <p:cNvPr id="92" name="Google Shape;92;p6"/>
          <p:cNvSpPr/>
          <p:nvPr/>
        </p:nvSpPr>
        <p:spPr>
          <a:xfrm>
            <a:off x="9088160" y="2149912"/>
            <a:ext cx="2116547" cy="4165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B2A41"/>
              </a:buClr>
              <a:buSzPts val="2200"/>
              <a:buFont typeface="IBM Plex Sans"/>
              <a:buNone/>
            </a:pPr>
            <a:r>
              <a:rPr b="1" i="0" lang="en-US" sz="2200" u="none" cap="none" strike="noStrike">
                <a:solidFill>
                  <a:srgbClr val="1B2A41"/>
                </a:solidFill>
                <a:latin typeface="IBM Plex Sans"/>
                <a:ea typeface="IBM Plex Sans"/>
                <a:cs typeface="IBM Plex Sans"/>
                <a:sym typeface="IBM Plex Sans"/>
              </a:rPr>
              <a:t>Configuración</a:t>
            </a:r>
            <a:endParaRPr b="0" i="0" sz="2200" u="none" cap="none" strike="noStrike">
              <a:solidFill>
                <a:schemeClr val="dk1"/>
              </a:solidFill>
              <a:latin typeface="IBM Plex Sans"/>
              <a:ea typeface="IBM Plex Sans"/>
              <a:cs typeface="IBM Plex Sans"/>
              <a:sym typeface="IBM Plex Sans"/>
            </a:endParaRPr>
          </a:p>
        </p:txBody>
      </p:sp>
      <p:sp>
        <p:nvSpPr>
          <p:cNvPr id="93" name="Google Shape;93;p6"/>
          <p:cNvSpPr/>
          <p:nvPr/>
        </p:nvSpPr>
        <p:spPr>
          <a:xfrm>
            <a:off x="9088160" y="2642592"/>
            <a:ext cx="2116547" cy="533321"/>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563"/>
              </a:buClr>
              <a:buSzPts val="1600"/>
              <a:buFont typeface="IBM Plex Sans"/>
              <a:buNone/>
            </a:pPr>
            <a:r>
              <a:rPr b="0" i="0" lang="en-US" sz="1600" u="none" cap="none" strike="noStrike">
                <a:solidFill>
                  <a:srgbClr val="4B5563"/>
                </a:solidFill>
                <a:latin typeface="IBM Plex Sans"/>
                <a:ea typeface="IBM Plex Sans"/>
                <a:cs typeface="IBM Plex Sans"/>
                <a:sym typeface="IBM Plex Sans"/>
              </a:rPr>
              <a:t>El umbral de decisión y las reglas</a:t>
            </a:r>
            <a:endParaRPr b="0" i="0" sz="1600" u="none" cap="none" strike="noStrike">
              <a:solidFill>
                <a:schemeClr val="dk1"/>
              </a:solidFill>
              <a:latin typeface="IBM Plex Sans"/>
              <a:ea typeface="IBM Plex Sans"/>
              <a:cs typeface="IBM Plex Sans"/>
              <a:sym typeface="IBM Plex Sans"/>
            </a:endParaRPr>
          </a:p>
        </p:txBody>
      </p:sp>
      <p:pic>
        <p:nvPicPr>
          <p:cNvPr descr="arrow-down" id="94" name="Google Shape;94;p6"/>
          <p:cNvPicPr preferRelativeResize="0"/>
          <p:nvPr/>
        </p:nvPicPr>
        <p:blipFill rotWithShape="1">
          <a:blip r:embed="rId7">
            <a:alphaModFix/>
          </a:blip>
          <a:srcRect b="-11" l="0" r="0" t="-11"/>
          <a:stretch/>
        </p:blipFill>
        <p:spPr>
          <a:xfrm>
            <a:off x="5918240" y="3797022"/>
            <a:ext cx="355521" cy="457200"/>
          </a:xfrm>
          <a:prstGeom prst="rect">
            <a:avLst/>
          </a:prstGeom>
          <a:noFill/>
          <a:ln>
            <a:noFill/>
          </a:ln>
        </p:spPr>
      </p:pic>
      <p:sp>
        <p:nvSpPr>
          <p:cNvPr id="95" name="Google Shape;95;p6"/>
          <p:cNvSpPr/>
          <p:nvPr/>
        </p:nvSpPr>
        <p:spPr>
          <a:xfrm>
            <a:off x="812721" y="4427817"/>
            <a:ext cx="10566559" cy="1414224"/>
          </a:xfrm>
          <a:prstGeom prst="roundRect">
            <a:avLst>
              <a:gd fmla="val 3592" name="adj"/>
            </a:avLst>
          </a:prstGeom>
          <a:solidFill>
            <a:srgbClr val="2B5C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6"/>
          <p:cNvSpPr/>
          <p:nvPr/>
        </p:nvSpPr>
        <p:spPr>
          <a:xfrm>
            <a:off x="1142881" y="4707136"/>
            <a:ext cx="10203426" cy="518319"/>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7F6F2"/>
              </a:buClr>
              <a:buSzPts val="2800"/>
              <a:buFont typeface="IBM Plex Sans"/>
              <a:buNone/>
            </a:pPr>
            <a:r>
              <a:rPr b="1" i="0" lang="en-US" sz="2800" u="none" cap="none" strike="noStrike">
                <a:solidFill>
                  <a:srgbClr val="F7F6F2"/>
                </a:solidFill>
                <a:latin typeface="IBM Plex Sans"/>
                <a:ea typeface="IBM Plex Sans"/>
                <a:cs typeface="IBM Plex Sans"/>
                <a:sym typeface="IBM Plex Sans"/>
              </a:rPr>
              <a:t>Release: modelo antifraude 2.0.0</a:t>
            </a:r>
            <a:endParaRPr b="0" i="0" sz="2800" u="none" cap="none" strike="noStrike">
              <a:solidFill>
                <a:schemeClr val="dk1"/>
              </a:solidFill>
              <a:latin typeface="IBM Plex Sans"/>
              <a:ea typeface="IBM Plex Sans"/>
              <a:cs typeface="IBM Plex Sans"/>
              <a:sym typeface="IBM Plex Sans"/>
            </a:endParaRPr>
          </a:p>
        </p:txBody>
      </p:sp>
      <p:sp>
        <p:nvSpPr>
          <p:cNvPr id="97" name="Google Shape;97;p6"/>
          <p:cNvSpPr/>
          <p:nvPr/>
        </p:nvSpPr>
        <p:spPr>
          <a:xfrm>
            <a:off x="1142881" y="5263516"/>
            <a:ext cx="10203426" cy="324604"/>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7F6F2"/>
              </a:buClr>
              <a:buSzPts val="1695"/>
              <a:buFont typeface="IBM Plex Sans"/>
              <a:buNone/>
            </a:pPr>
            <a:r>
              <a:rPr b="0" i="0" lang="en-US" sz="1695" u="none" cap="none" strike="noStrike">
                <a:solidFill>
                  <a:srgbClr val="F7F6F2"/>
                </a:solidFill>
                <a:latin typeface="IBM Plex Sans"/>
                <a:ea typeface="IBM Plex Sans"/>
                <a:cs typeface="IBM Plex Sans"/>
                <a:sym typeface="IBM Plex Sans"/>
              </a:rPr>
              <a:t>Todo versionado junto, para repetirlo y poder volver atrás</a:t>
            </a:r>
            <a:endParaRPr b="0" i="0" sz="1695" u="none" cap="none" strike="noStrike">
              <a:solidFill>
                <a:schemeClr val="dk1"/>
              </a:solidFill>
              <a:latin typeface="IBM Plex Sans"/>
              <a:ea typeface="IBM Plex Sans"/>
              <a:cs typeface="IBM Plex Sans"/>
              <a:sym typeface="IBM Plex Sans"/>
            </a:endParaRPr>
          </a:p>
        </p:txBody>
      </p:sp>
      <p:sp>
        <p:nvSpPr>
          <p:cNvPr id="98" name="Google Shape;98;p6"/>
          <p:cNvSpPr/>
          <p:nvPr/>
        </p:nvSpPr>
        <p:spPr>
          <a:xfrm>
            <a:off x="812721" y="6238281"/>
            <a:ext cx="7194469" cy="2387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E6673"/>
              </a:buClr>
              <a:buSzPts val="1200"/>
              <a:buFont typeface="IBM Plex Sans"/>
              <a:buNone/>
            </a:pPr>
            <a:r>
              <a:rPr b="0" i="0" lang="en-US" sz="1200" u="none" cap="none" strike="noStrike">
                <a:solidFill>
                  <a:srgbClr val="5E6673"/>
                </a:solidFill>
                <a:latin typeface="IBM Plex Sans"/>
                <a:ea typeface="IBM Plex Sans"/>
                <a:cs typeface="IBM Plex Sans"/>
                <a:sym typeface="IBM Plex Sans"/>
              </a:rPr>
              <a:t>UTN FRC · Ingeniería y Calidad de Software · 4K3 · Grupo 13</a:t>
            </a:r>
            <a:endParaRPr b="0" i="0" sz="1200" u="none" cap="none" strike="noStrike">
              <a:solidFill>
                <a:schemeClr val="dk1"/>
              </a:solidFill>
              <a:latin typeface="IBM Plex Sans"/>
              <a:ea typeface="IBM Plex Sans"/>
              <a:cs typeface="IBM Plex Sans"/>
              <a:sym typeface="IBM Plex Sans"/>
            </a:endParaRPr>
          </a:p>
        </p:txBody>
      </p:sp>
      <p:sp>
        <p:nvSpPr>
          <p:cNvPr id="99" name="Google Shape;99;p6"/>
          <p:cNvSpPr/>
          <p:nvPr/>
        </p:nvSpPr>
        <p:spPr>
          <a:xfrm>
            <a:off x="8632270" y="6238281"/>
            <a:ext cx="2747010" cy="23876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5E6673"/>
              </a:buClr>
              <a:buSzPts val="1200"/>
              <a:buFont typeface="IBM Plex Sans"/>
              <a:buNone/>
            </a:pPr>
            <a:r>
              <a:rPr b="0" i="0" lang="en-US" sz="1200" u="none" cap="none" strike="noStrike">
                <a:solidFill>
                  <a:srgbClr val="5E6673"/>
                </a:solidFill>
                <a:latin typeface="IBM Plex Sans"/>
                <a:ea typeface="IBM Plex Sans"/>
                <a:cs typeface="IBM Plex Sans"/>
                <a:sym typeface="IBM Plex Sans"/>
              </a:rPr>
              <a:t>Desarrollo · 3 / 17</a:t>
            </a:r>
            <a:endParaRPr b="0" i="0" sz="1200" u="none" cap="none" strike="noStrike">
              <a:solidFill>
                <a:schemeClr val="dk1"/>
              </a:solidFill>
              <a:latin typeface="IBM Plex Sans"/>
              <a:ea typeface="IBM Plex Sans"/>
              <a:cs typeface="IBM Plex Sans"/>
              <a:sym typeface="IBM Plex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2"/>
        </a:solidFill>
      </p:bgPr>
    </p:bg>
    <p:spTree>
      <p:nvGrpSpPr>
        <p:cNvPr id="104" name="Shape 104"/>
        <p:cNvGrpSpPr/>
        <p:nvPr/>
      </p:nvGrpSpPr>
      <p:grpSpPr>
        <a:xfrm>
          <a:off x="0" y="0"/>
          <a:ext cx="0" cy="0"/>
          <a:chOff x="0" y="0"/>
          <a:chExt cx="0" cy="0"/>
        </a:xfrm>
      </p:grpSpPr>
      <p:sp>
        <p:nvSpPr>
          <p:cNvPr id="105" name="Google Shape;105;p7"/>
          <p:cNvSpPr txBox="1"/>
          <p:nvPr>
            <p:ph type="title"/>
          </p:nvPr>
        </p:nvSpPr>
        <p:spPr>
          <a:xfrm>
            <a:off x="812721" y="711160"/>
            <a:ext cx="10883556" cy="4445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B2A41"/>
              </a:buClr>
              <a:buSzPts val="3000"/>
              <a:buFont typeface="IBM Plex Sans"/>
              <a:buNone/>
            </a:pPr>
            <a:r>
              <a:rPr b="1" i="0" lang="en-US" sz="3000">
                <a:solidFill>
                  <a:srgbClr val="1B2A41"/>
                </a:solidFill>
                <a:latin typeface="IBM Plex Sans"/>
                <a:ea typeface="IBM Plex Sans"/>
                <a:cs typeface="IBM Plex Sans"/>
                <a:sym typeface="IBM Plex Sans"/>
              </a:rPr>
              <a:t>El tipo de producto cambia el despliegue</a:t>
            </a:r>
            <a:endParaRPr sz="3000"/>
          </a:p>
        </p:txBody>
      </p:sp>
      <p:graphicFrame>
        <p:nvGraphicFramePr>
          <p:cNvPr id="106" name="Google Shape;106;p7"/>
          <p:cNvGraphicFramePr/>
          <p:nvPr/>
        </p:nvGraphicFramePr>
        <p:xfrm>
          <a:off x="820341" y="1366480"/>
          <a:ext cx="3000000" cy="3000000"/>
        </p:xfrm>
        <a:graphic>
          <a:graphicData uri="http://schemas.openxmlformats.org/drawingml/2006/table">
            <a:tbl>
              <a:tblPr>
                <a:noFill/>
                <a:tableStyleId>{D35FD4F5-A206-4223-8624-4838E2B06004}</a:tableStyleId>
              </a:tblPr>
              <a:tblGrid>
                <a:gridCol w="2850925"/>
                <a:gridCol w="4117975"/>
                <a:gridCol w="3590050"/>
              </a:tblGrid>
              <a:tr h="460775">
                <a:tc>
                  <a:txBody>
                    <a:bodyPr/>
                    <a:lstStyle/>
                    <a:p>
                      <a:pPr indent="0" lvl="0" marL="0" marR="0" rtl="0" algn="l">
                        <a:lnSpc>
                          <a:spcPct val="140000"/>
                        </a:lnSpc>
                        <a:spcBef>
                          <a:spcPts val="0"/>
                        </a:spcBef>
                        <a:spcAft>
                          <a:spcPts val="0"/>
                        </a:spcAft>
                        <a:buClr>
                          <a:srgbClr val="1B2A41"/>
                        </a:buClr>
                        <a:buSzPts val="1700"/>
                        <a:buFont typeface="IBM Plex Sans"/>
                        <a:buNone/>
                      </a:pPr>
                      <a:r>
                        <a:rPr b="1" lang="en-US" sz="1700" u="none" cap="none" strike="noStrike">
                          <a:solidFill>
                            <a:srgbClr val="1B2A41"/>
                          </a:solidFill>
                          <a:latin typeface="IBM Plex Sans"/>
                          <a:ea typeface="IBM Plex Sans"/>
                          <a:cs typeface="IBM Plex Sans"/>
                          <a:sym typeface="IBM Plex Sans"/>
                        </a:rPr>
                        <a:t>Producto</a:t>
                      </a:r>
                      <a:endParaRPr sz="1700" u="none" cap="none" strike="noStrike">
                        <a:latin typeface="IBM Plex Sans"/>
                        <a:ea typeface="IBM Plex Sans"/>
                        <a:cs typeface="IBM Plex Sans"/>
                        <a:sym typeface="IBM Plex Sans"/>
                      </a:endParaRPr>
                    </a:p>
                  </a:txBody>
                  <a:tcPr marT="75575" marB="75575" marR="75575" marL="75575">
                    <a:lnL cap="flat" cmpd="sng" w="12700">
                      <a:solidFill>
                        <a:srgbClr val="C5C4C1"/>
                      </a:solidFill>
                      <a:prstDash val="solid"/>
                      <a:round/>
                      <a:headEnd len="sm" w="sm" type="none"/>
                      <a:tailEnd len="sm" w="sm" type="none"/>
                    </a:lnL>
                    <a:lnR cap="flat" cmpd="sng" w="12700">
                      <a:solidFill>
                        <a:srgbClr val="B5BCC6"/>
                      </a:solidFill>
                      <a:prstDash val="solid"/>
                      <a:round/>
                      <a:headEnd len="sm" w="sm" type="none"/>
                      <a:tailEnd len="sm" w="sm" type="none"/>
                    </a:lnR>
                    <a:lnT cap="flat" cmpd="sng" w="12700">
                      <a:solidFill>
                        <a:srgbClr val="C5C4C1"/>
                      </a:solidFill>
                      <a:prstDash val="solid"/>
                      <a:round/>
                      <a:headEnd len="sm" w="sm" type="none"/>
                      <a:tailEnd len="sm" w="sm" type="none"/>
                    </a:lnT>
                    <a:lnB cap="flat" cmpd="sng" w="12700">
                      <a:solidFill>
                        <a:srgbClr val="B5BCC6"/>
                      </a:solidFill>
                      <a:prstDash val="solid"/>
                      <a:round/>
                      <a:headEnd len="sm" w="sm" type="none"/>
                      <a:tailEnd len="sm" w="sm" type="none"/>
                    </a:lnB>
                    <a:solidFill>
                      <a:srgbClr val="E3ECF8"/>
                    </a:solidFill>
                  </a:tcPr>
                </a:tc>
                <a:tc>
                  <a:txBody>
                    <a:bodyPr/>
                    <a:lstStyle/>
                    <a:p>
                      <a:pPr indent="0" lvl="0" marL="0" marR="0" rtl="0" algn="l">
                        <a:lnSpc>
                          <a:spcPct val="140000"/>
                        </a:lnSpc>
                        <a:spcBef>
                          <a:spcPts val="0"/>
                        </a:spcBef>
                        <a:spcAft>
                          <a:spcPts val="0"/>
                        </a:spcAft>
                        <a:buClr>
                          <a:srgbClr val="1B2A41"/>
                        </a:buClr>
                        <a:buSzPts val="1700"/>
                        <a:buFont typeface="IBM Plex Sans"/>
                        <a:buNone/>
                      </a:pPr>
                      <a:r>
                        <a:rPr b="1" lang="en-US" sz="1700" u="none" cap="none" strike="noStrike">
                          <a:solidFill>
                            <a:srgbClr val="1B2A41"/>
                          </a:solidFill>
                          <a:latin typeface="IBM Plex Sans"/>
                          <a:ea typeface="IBM Plex Sans"/>
                          <a:cs typeface="IBM Plex Sans"/>
                          <a:sym typeface="IBM Plex Sans"/>
                        </a:rPr>
                        <a:t>Cómo llega</a:t>
                      </a:r>
                      <a:endParaRPr sz="1700" u="none" cap="none" strike="noStrike">
                        <a:latin typeface="IBM Plex Sans"/>
                        <a:ea typeface="IBM Plex Sans"/>
                        <a:cs typeface="IBM Plex Sans"/>
                        <a:sym typeface="IBM Plex Sans"/>
                      </a:endParaRPr>
                    </a:p>
                  </a:txBody>
                  <a:tcPr marT="75575" marB="75575" marR="75575" marL="75575">
                    <a:lnL cap="flat" cmpd="sng" w="12700">
                      <a:solidFill>
                        <a:srgbClr val="B5BCC6"/>
                      </a:solidFill>
                      <a:prstDash val="solid"/>
                      <a:round/>
                      <a:headEnd len="sm" w="sm" type="none"/>
                      <a:tailEnd len="sm" w="sm" type="none"/>
                    </a:lnL>
                    <a:lnR cap="flat" cmpd="sng" w="12700">
                      <a:solidFill>
                        <a:srgbClr val="B5BCC6"/>
                      </a:solidFill>
                      <a:prstDash val="solid"/>
                      <a:round/>
                      <a:headEnd len="sm" w="sm" type="none"/>
                      <a:tailEnd len="sm" w="sm" type="none"/>
                    </a:lnR>
                    <a:lnT cap="flat" cmpd="sng" w="12700">
                      <a:solidFill>
                        <a:srgbClr val="C5C4C1"/>
                      </a:solidFill>
                      <a:prstDash val="solid"/>
                      <a:round/>
                      <a:headEnd len="sm" w="sm" type="none"/>
                      <a:tailEnd len="sm" w="sm" type="none"/>
                    </a:lnT>
                    <a:lnB cap="flat" cmpd="sng" w="12700">
                      <a:solidFill>
                        <a:srgbClr val="B5BCC6"/>
                      </a:solidFill>
                      <a:prstDash val="solid"/>
                      <a:round/>
                      <a:headEnd len="sm" w="sm" type="none"/>
                      <a:tailEnd len="sm" w="sm" type="none"/>
                    </a:lnB>
                    <a:solidFill>
                      <a:srgbClr val="E3ECF8"/>
                    </a:solidFill>
                  </a:tcPr>
                </a:tc>
                <a:tc>
                  <a:txBody>
                    <a:bodyPr/>
                    <a:lstStyle/>
                    <a:p>
                      <a:pPr indent="0" lvl="0" marL="0" marR="0" rtl="0" algn="l">
                        <a:lnSpc>
                          <a:spcPct val="140000"/>
                        </a:lnSpc>
                        <a:spcBef>
                          <a:spcPts val="0"/>
                        </a:spcBef>
                        <a:spcAft>
                          <a:spcPts val="0"/>
                        </a:spcAft>
                        <a:buClr>
                          <a:srgbClr val="1B2A41"/>
                        </a:buClr>
                        <a:buSzPts val="1700"/>
                        <a:buFont typeface="IBM Plex Sans"/>
                        <a:buNone/>
                      </a:pPr>
                      <a:r>
                        <a:rPr b="1" lang="en-US" sz="1700" u="none" cap="none" strike="noStrike">
                          <a:solidFill>
                            <a:srgbClr val="1B2A41"/>
                          </a:solidFill>
                          <a:latin typeface="IBM Plex Sans"/>
                          <a:ea typeface="IBM Plex Sans"/>
                          <a:cs typeface="IBM Plex Sans"/>
                          <a:sym typeface="IBM Plex Sans"/>
                        </a:rPr>
                        <a:t>Volver atrás</a:t>
                      </a:r>
                      <a:endParaRPr sz="1700" u="none" cap="none" strike="noStrike">
                        <a:latin typeface="IBM Plex Sans"/>
                        <a:ea typeface="IBM Plex Sans"/>
                        <a:cs typeface="IBM Plex Sans"/>
                        <a:sym typeface="IBM Plex Sans"/>
                      </a:endParaRPr>
                    </a:p>
                  </a:txBody>
                  <a:tcPr marT="75575" marB="75575" marR="75575" marL="75575">
                    <a:lnL cap="flat" cmpd="sng" w="12700">
                      <a:solidFill>
                        <a:srgbClr val="B5BCC6"/>
                      </a:solidFill>
                      <a:prstDash val="solid"/>
                      <a:round/>
                      <a:headEnd len="sm" w="sm" type="none"/>
                      <a:tailEnd len="sm" w="sm" type="none"/>
                    </a:lnL>
                    <a:lnR cap="flat" cmpd="sng" w="12700">
                      <a:solidFill>
                        <a:srgbClr val="B5BCC6"/>
                      </a:solidFill>
                      <a:prstDash val="solid"/>
                      <a:round/>
                      <a:headEnd len="sm" w="sm" type="none"/>
                      <a:tailEnd len="sm" w="sm" type="none"/>
                    </a:lnR>
                    <a:lnT cap="flat" cmpd="sng" w="12700">
                      <a:solidFill>
                        <a:srgbClr val="C5C4C1"/>
                      </a:solidFill>
                      <a:prstDash val="solid"/>
                      <a:round/>
                      <a:headEnd len="sm" w="sm" type="none"/>
                      <a:tailEnd len="sm" w="sm" type="none"/>
                    </a:lnT>
                    <a:lnB cap="flat" cmpd="sng" w="12700">
                      <a:solidFill>
                        <a:srgbClr val="B5BCC6"/>
                      </a:solidFill>
                      <a:prstDash val="solid"/>
                      <a:round/>
                      <a:headEnd len="sm" w="sm" type="none"/>
                      <a:tailEnd len="sm" w="sm" type="none"/>
                    </a:lnB>
                    <a:solidFill>
                      <a:srgbClr val="E3ECF8"/>
                    </a:solidFill>
                  </a:tcPr>
                </a:tc>
              </a:tr>
              <a:tr h="762950">
                <a:tc>
                  <a:txBody>
                    <a:bodyPr/>
                    <a:lstStyle/>
                    <a:p>
                      <a:pPr indent="0" lvl="0" marL="0" marR="0" rtl="0" algn="l">
                        <a:lnSpc>
                          <a:spcPct val="140000"/>
                        </a:lnSpc>
                        <a:spcBef>
                          <a:spcPts val="0"/>
                        </a:spcBef>
                        <a:spcAft>
                          <a:spcPts val="0"/>
                        </a:spcAft>
                        <a:buClr>
                          <a:srgbClr val="1B2A41"/>
                        </a:buClr>
                        <a:buSzPts val="1700"/>
                        <a:buFont typeface="IBM Plex Sans"/>
                        <a:buNone/>
                      </a:pPr>
                      <a:r>
                        <a:rPr lang="en-US" sz="1700" u="none" cap="none" strike="noStrike">
                          <a:solidFill>
                            <a:srgbClr val="1B2A41"/>
                          </a:solidFill>
                          <a:latin typeface="IBM Plex Sans"/>
                          <a:ea typeface="IBM Plex Sans"/>
                          <a:cs typeface="IBM Plex Sans"/>
                          <a:sym typeface="IBM Plex Sans"/>
                        </a:rPr>
                        <a:t>App móvil</a:t>
                      </a:r>
                      <a:endParaRPr sz="1700" u="none" cap="none" strike="noStrike">
                        <a:latin typeface="IBM Plex Sans"/>
                        <a:ea typeface="IBM Plex Sans"/>
                        <a:cs typeface="IBM Plex Sans"/>
                        <a:sym typeface="IBM Plex Sans"/>
                      </a:endParaRPr>
                    </a:p>
                  </a:txBody>
                  <a:tcPr marT="75575" marB="75575" marR="75575" marL="75575">
                    <a:lnL cap="flat" cmpd="sng" w="12700">
                      <a:solidFill>
                        <a:srgbClr val="C5C4C1"/>
                      </a:solidFill>
                      <a:prstDash val="solid"/>
                      <a:round/>
                      <a:headEnd len="sm" w="sm" type="none"/>
                      <a:tailEnd len="sm" w="sm" type="none"/>
                    </a:lnL>
                    <a:lnR cap="flat" cmpd="sng" w="12700">
                      <a:solidFill>
                        <a:srgbClr val="C5C4C1"/>
                      </a:solidFill>
                      <a:prstDash val="solid"/>
                      <a:round/>
                      <a:headEnd len="sm" w="sm" type="none"/>
                      <a:tailEnd len="sm" w="sm" type="none"/>
                    </a:lnR>
                    <a:lnT cap="flat" cmpd="sng" w="12700">
                      <a:solidFill>
                        <a:srgbClr val="B5BCC6"/>
                      </a:solidFill>
                      <a:prstDash val="solid"/>
                      <a:round/>
                      <a:headEnd len="sm" w="sm" type="none"/>
                      <a:tailEnd len="sm" w="sm" type="none"/>
                    </a:lnT>
                    <a:lnB cap="flat" cmpd="sng" w="12700">
                      <a:solidFill>
                        <a:srgbClr val="C5C4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A41"/>
                        </a:buClr>
                        <a:buSzPts val="1700"/>
                        <a:buFont typeface="IBM Plex Sans"/>
                        <a:buNone/>
                      </a:pPr>
                      <a:r>
                        <a:rPr lang="en-US" sz="1700" u="none" cap="none" strike="noStrike">
                          <a:solidFill>
                            <a:srgbClr val="1B2A41"/>
                          </a:solidFill>
                          <a:latin typeface="IBM Plex Sans"/>
                          <a:ea typeface="IBM Plex Sans"/>
                          <a:cs typeface="IBM Plex Sans"/>
                          <a:sym typeface="IBM Plex Sans"/>
                        </a:rPr>
                        <a:t>Se publica en las tiendas; cada usuario actualiza cuando quiere</a:t>
                      </a:r>
                      <a:endParaRPr sz="1700" u="none" cap="none" strike="noStrike">
                        <a:latin typeface="IBM Plex Sans"/>
                        <a:ea typeface="IBM Plex Sans"/>
                        <a:cs typeface="IBM Plex Sans"/>
                        <a:sym typeface="IBM Plex Sans"/>
                      </a:endParaRPr>
                    </a:p>
                  </a:txBody>
                  <a:tcPr marT="75575" marB="75575" marR="75575" marL="75575">
                    <a:lnL cap="flat" cmpd="sng" w="12700">
                      <a:solidFill>
                        <a:srgbClr val="C5C4C1"/>
                      </a:solidFill>
                      <a:prstDash val="solid"/>
                      <a:round/>
                      <a:headEnd len="sm" w="sm" type="none"/>
                      <a:tailEnd len="sm" w="sm" type="none"/>
                    </a:lnL>
                    <a:lnR cap="flat" cmpd="sng" w="12700">
                      <a:solidFill>
                        <a:srgbClr val="C5C4C1"/>
                      </a:solidFill>
                      <a:prstDash val="solid"/>
                      <a:round/>
                      <a:headEnd len="sm" w="sm" type="none"/>
                      <a:tailEnd len="sm" w="sm" type="none"/>
                    </a:lnR>
                    <a:lnT cap="flat" cmpd="sng" w="12700">
                      <a:solidFill>
                        <a:srgbClr val="B5BCC6"/>
                      </a:solidFill>
                      <a:prstDash val="solid"/>
                      <a:round/>
                      <a:headEnd len="sm" w="sm" type="none"/>
                      <a:tailEnd len="sm" w="sm" type="none"/>
                    </a:lnT>
                    <a:lnB cap="flat" cmpd="sng" w="12700">
                      <a:solidFill>
                        <a:srgbClr val="C5C4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A41"/>
                        </a:buClr>
                        <a:buSzPts val="1700"/>
                        <a:buFont typeface="IBM Plex Sans"/>
                        <a:buNone/>
                      </a:pPr>
                      <a:r>
                        <a:rPr lang="en-US" sz="1700" u="none" cap="none" strike="noStrike">
                          <a:solidFill>
                            <a:srgbClr val="1B2A41"/>
                          </a:solidFill>
                          <a:latin typeface="IBM Plex Sans"/>
                          <a:ea typeface="IBM Plex Sans"/>
                          <a:cs typeface="IBM Plex Sans"/>
                          <a:sym typeface="IBM Plex Sans"/>
                        </a:rPr>
                        <a:t>Lento: no depende de nosotros</a:t>
                      </a:r>
                      <a:endParaRPr sz="1700" u="none" cap="none" strike="noStrike">
                        <a:latin typeface="IBM Plex Sans"/>
                        <a:ea typeface="IBM Plex Sans"/>
                        <a:cs typeface="IBM Plex Sans"/>
                        <a:sym typeface="IBM Plex Sans"/>
                      </a:endParaRPr>
                    </a:p>
                  </a:txBody>
                  <a:tcPr marT="75575" marB="75575" marR="75575" marL="75575">
                    <a:lnL cap="flat" cmpd="sng" w="12700">
                      <a:solidFill>
                        <a:srgbClr val="C5C4C1"/>
                      </a:solidFill>
                      <a:prstDash val="solid"/>
                      <a:round/>
                      <a:headEnd len="sm" w="sm" type="none"/>
                      <a:tailEnd len="sm" w="sm" type="none"/>
                    </a:lnL>
                    <a:lnR cap="flat" cmpd="sng" w="12700">
                      <a:solidFill>
                        <a:srgbClr val="C5C4C1"/>
                      </a:solidFill>
                      <a:prstDash val="solid"/>
                      <a:round/>
                      <a:headEnd len="sm" w="sm" type="none"/>
                      <a:tailEnd len="sm" w="sm" type="none"/>
                    </a:lnR>
                    <a:lnT cap="flat" cmpd="sng" w="12700">
                      <a:solidFill>
                        <a:srgbClr val="B5BCC6"/>
                      </a:solidFill>
                      <a:prstDash val="solid"/>
                      <a:round/>
                      <a:headEnd len="sm" w="sm" type="none"/>
                      <a:tailEnd len="sm" w="sm" type="none"/>
                    </a:lnT>
                    <a:lnB cap="flat" cmpd="sng" w="12700">
                      <a:solidFill>
                        <a:srgbClr val="C5C4C1"/>
                      </a:solidFill>
                      <a:prstDash val="solid"/>
                      <a:round/>
                      <a:headEnd len="sm" w="sm" type="none"/>
                      <a:tailEnd len="sm" w="sm" type="none"/>
                    </a:lnB>
                  </a:tcPr>
                </a:tc>
              </a:tr>
              <a:tr h="460775">
                <a:tc>
                  <a:txBody>
                    <a:bodyPr/>
                    <a:lstStyle/>
                    <a:p>
                      <a:pPr indent="0" lvl="0" marL="0" marR="0" rtl="0" algn="l">
                        <a:lnSpc>
                          <a:spcPct val="140000"/>
                        </a:lnSpc>
                        <a:spcBef>
                          <a:spcPts val="0"/>
                        </a:spcBef>
                        <a:spcAft>
                          <a:spcPts val="0"/>
                        </a:spcAft>
                        <a:buClr>
                          <a:srgbClr val="1B2A41"/>
                        </a:buClr>
                        <a:buSzPts val="1700"/>
                        <a:buFont typeface="IBM Plex Sans"/>
                        <a:buNone/>
                      </a:pPr>
                      <a:r>
                        <a:rPr lang="en-US" sz="1700" u="none" cap="none" strike="noStrike">
                          <a:solidFill>
                            <a:srgbClr val="1B2A41"/>
                          </a:solidFill>
                          <a:latin typeface="IBM Plex Sans"/>
                          <a:ea typeface="IBM Plex Sans"/>
                          <a:cs typeface="IBM Plex Sans"/>
                          <a:sym typeface="IBM Plex Sans"/>
                        </a:rPr>
                        <a:t>Software instalable</a:t>
                      </a:r>
                      <a:endParaRPr sz="1700" u="none" cap="none" strike="noStrike">
                        <a:latin typeface="IBM Plex Sans"/>
                        <a:ea typeface="IBM Plex Sans"/>
                        <a:cs typeface="IBM Plex Sans"/>
                        <a:sym typeface="IBM Plex Sans"/>
                      </a:endParaRPr>
                    </a:p>
                  </a:txBody>
                  <a:tcPr marT="75575" marB="75575" marR="75575" marL="75575">
                    <a:lnL cap="flat" cmpd="sng" w="12700">
                      <a:solidFill>
                        <a:srgbClr val="C5C4C1"/>
                      </a:solidFill>
                      <a:prstDash val="solid"/>
                      <a:round/>
                      <a:headEnd len="sm" w="sm" type="none"/>
                      <a:tailEnd len="sm" w="sm" type="none"/>
                    </a:lnL>
                    <a:lnR cap="flat" cmpd="sng" w="12700">
                      <a:solidFill>
                        <a:srgbClr val="C5C4C1"/>
                      </a:solidFill>
                      <a:prstDash val="solid"/>
                      <a:round/>
                      <a:headEnd len="sm" w="sm" type="none"/>
                      <a:tailEnd len="sm" w="sm" type="none"/>
                    </a:lnR>
                    <a:lnT cap="flat" cmpd="sng" w="12700">
                      <a:solidFill>
                        <a:srgbClr val="C5C4C1"/>
                      </a:solidFill>
                      <a:prstDash val="solid"/>
                      <a:round/>
                      <a:headEnd len="sm" w="sm" type="none"/>
                      <a:tailEnd len="sm" w="sm" type="none"/>
                    </a:lnT>
                    <a:lnB cap="flat" cmpd="sng" w="12700">
                      <a:solidFill>
                        <a:srgbClr val="C5C4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A41"/>
                        </a:buClr>
                        <a:buSzPts val="1700"/>
                        <a:buFont typeface="IBM Plex Sans"/>
                        <a:buNone/>
                      </a:pPr>
                      <a:r>
                        <a:rPr lang="en-US" sz="1700" u="none" cap="none" strike="noStrike">
                          <a:solidFill>
                            <a:srgbClr val="1B2A41"/>
                          </a:solidFill>
                          <a:latin typeface="IBM Plex Sans"/>
                          <a:ea typeface="IBM Plex Sans"/>
                          <a:cs typeface="IBM Plex Sans"/>
                          <a:sym typeface="IBM Plex Sans"/>
                        </a:rPr>
                        <a:t>El cliente instala un paquete</a:t>
                      </a:r>
                      <a:endParaRPr sz="1700" u="none" cap="none" strike="noStrike">
                        <a:latin typeface="IBM Plex Sans"/>
                        <a:ea typeface="IBM Plex Sans"/>
                        <a:cs typeface="IBM Plex Sans"/>
                        <a:sym typeface="IBM Plex Sans"/>
                      </a:endParaRPr>
                    </a:p>
                  </a:txBody>
                  <a:tcPr marT="75575" marB="75575" marR="75575" marL="75575">
                    <a:lnL cap="flat" cmpd="sng" w="12700">
                      <a:solidFill>
                        <a:srgbClr val="C5C4C1"/>
                      </a:solidFill>
                      <a:prstDash val="solid"/>
                      <a:round/>
                      <a:headEnd len="sm" w="sm" type="none"/>
                      <a:tailEnd len="sm" w="sm" type="none"/>
                    </a:lnL>
                    <a:lnR cap="flat" cmpd="sng" w="12700">
                      <a:solidFill>
                        <a:srgbClr val="C5C4C1"/>
                      </a:solidFill>
                      <a:prstDash val="solid"/>
                      <a:round/>
                      <a:headEnd len="sm" w="sm" type="none"/>
                      <a:tailEnd len="sm" w="sm" type="none"/>
                    </a:lnR>
                    <a:lnT cap="flat" cmpd="sng" w="12700">
                      <a:solidFill>
                        <a:srgbClr val="C5C4C1"/>
                      </a:solidFill>
                      <a:prstDash val="solid"/>
                      <a:round/>
                      <a:headEnd len="sm" w="sm" type="none"/>
                      <a:tailEnd len="sm" w="sm" type="none"/>
                    </a:lnT>
                    <a:lnB cap="flat" cmpd="sng" w="12700">
                      <a:solidFill>
                        <a:srgbClr val="C5C4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A41"/>
                        </a:buClr>
                        <a:buSzPts val="1700"/>
                        <a:buFont typeface="IBM Plex Sans"/>
                        <a:buNone/>
                      </a:pPr>
                      <a:r>
                        <a:rPr lang="en-US" sz="1700" u="none" cap="none" strike="noStrike">
                          <a:solidFill>
                            <a:srgbClr val="1B2A41"/>
                          </a:solidFill>
                          <a:latin typeface="IBM Plex Sans"/>
                          <a:ea typeface="IBM Plex Sans"/>
                          <a:cs typeface="IBM Plex Sans"/>
                          <a:sym typeface="IBM Plex Sans"/>
                        </a:rPr>
                        <a:t>Reinstalar la versión anterior</a:t>
                      </a:r>
                      <a:endParaRPr sz="1700" u="none" cap="none" strike="noStrike">
                        <a:latin typeface="IBM Plex Sans"/>
                        <a:ea typeface="IBM Plex Sans"/>
                        <a:cs typeface="IBM Plex Sans"/>
                        <a:sym typeface="IBM Plex Sans"/>
                      </a:endParaRPr>
                    </a:p>
                  </a:txBody>
                  <a:tcPr marT="75575" marB="75575" marR="75575" marL="75575">
                    <a:lnL cap="flat" cmpd="sng" w="12700">
                      <a:solidFill>
                        <a:srgbClr val="C5C4C1"/>
                      </a:solidFill>
                      <a:prstDash val="solid"/>
                      <a:round/>
                      <a:headEnd len="sm" w="sm" type="none"/>
                      <a:tailEnd len="sm" w="sm" type="none"/>
                    </a:lnL>
                    <a:lnR cap="flat" cmpd="sng" w="12700">
                      <a:solidFill>
                        <a:srgbClr val="C5C4C1"/>
                      </a:solidFill>
                      <a:prstDash val="solid"/>
                      <a:round/>
                      <a:headEnd len="sm" w="sm" type="none"/>
                      <a:tailEnd len="sm" w="sm" type="none"/>
                    </a:lnR>
                    <a:lnT cap="flat" cmpd="sng" w="12700">
                      <a:solidFill>
                        <a:srgbClr val="C5C4C1"/>
                      </a:solidFill>
                      <a:prstDash val="solid"/>
                      <a:round/>
                      <a:headEnd len="sm" w="sm" type="none"/>
                      <a:tailEnd len="sm" w="sm" type="none"/>
                    </a:lnT>
                    <a:lnB cap="flat" cmpd="sng" w="12700">
                      <a:solidFill>
                        <a:srgbClr val="C5C4C1"/>
                      </a:solidFill>
                      <a:prstDash val="solid"/>
                      <a:round/>
                      <a:headEnd len="sm" w="sm" type="none"/>
                      <a:tailEnd len="sm" w="sm" type="none"/>
                    </a:lnB>
                  </a:tcPr>
                </a:tc>
              </a:tr>
              <a:tr h="460775">
                <a:tc>
                  <a:txBody>
                    <a:bodyPr/>
                    <a:lstStyle/>
                    <a:p>
                      <a:pPr indent="0" lvl="0" marL="0" marR="0" rtl="0" algn="l">
                        <a:lnSpc>
                          <a:spcPct val="140000"/>
                        </a:lnSpc>
                        <a:spcBef>
                          <a:spcPts val="0"/>
                        </a:spcBef>
                        <a:spcAft>
                          <a:spcPts val="0"/>
                        </a:spcAft>
                        <a:buClr>
                          <a:srgbClr val="1B2A41"/>
                        </a:buClr>
                        <a:buSzPts val="1700"/>
                        <a:buFont typeface="IBM Plex Sans"/>
                        <a:buNone/>
                      </a:pPr>
                      <a:r>
                        <a:rPr lang="en-US" sz="1700" u="none" cap="none" strike="noStrike">
                          <a:solidFill>
                            <a:srgbClr val="1B2A41"/>
                          </a:solidFill>
                          <a:latin typeface="IBM Plex Sans"/>
                          <a:ea typeface="IBM Plex Sans"/>
                          <a:cs typeface="IBM Plex Sans"/>
                          <a:sym typeface="IBM Plex Sans"/>
                        </a:rPr>
                        <a:t>Servicio en la nube</a:t>
                      </a:r>
                      <a:endParaRPr sz="1700" u="none" cap="none" strike="noStrike">
                        <a:latin typeface="IBM Plex Sans"/>
                        <a:ea typeface="IBM Plex Sans"/>
                        <a:cs typeface="IBM Plex Sans"/>
                        <a:sym typeface="IBM Plex Sans"/>
                      </a:endParaRPr>
                    </a:p>
                  </a:txBody>
                  <a:tcPr marT="75575" marB="75575" marR="75575" marL="75575">
                    <a:lnL cap="flat" cmpd="sng" w="12700">
                      <a:solidFill>
                        <a:srgbClr val="C5C4C1"/>
                      </a:solidFill>
                      <a:prstDash val="solid"/>
                      <a:round/>
                      <a:headEnd len="sm" w="sm" type="none"/>
                      <a:tailEnd len="sm" w="sm" type="none"/>
                    </a:lnL>
                    <a:lnR cap="flat" cmpd="sng" w="12700">
                      <a:solidFill>
                        <a:srgbClr val="C5C4C1"/>
                      </a:solidFill>
                      <a:prstDash val="solid"/>
                      <a:round/>
                      <a:headEnd len="sm" w="sm" type="none"/>
                      <a:tailEnd len="sm" w="sm" type="none"/>
                    </a:lnR>
                    <a:lnT cap="flat" cmpd="sng" w="12700">
                      <a:solidFill>
                        <a:srgbClr val="C5C4C1"/>
                      </a:solidFill>
                      <a:prstDash val="solid"/>
                      <a:round/>
                      <a:headEnd len="sm" w="sm" type="none"/>
                      <a:tailEnd len="sm" w="sm" type="none"/>
                    </a:lnT>
                    <a:lnB cap="flat" cmpd="sng" w="12700">
                      <a:solidFill>
                        <a:srgbClr val="C5C4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A41"/>
                        </a:buClr>
                        <a:buSzPts val="1700"/>
                        <a:buFont typeface="IBM Plex Sans"/>
                        <a:buNone/>
                      </a:pPr>
                      <a:r>
                        <a:rPr lang="en-US" sz="1700" u="none" cap="none" strike="noStrike">
                          <a:solidFill>
                            <a:srgbClr val="1B2A41"/>
                          </a:solidFill>
                          <a:latin typeface="IBM Plex Sans"/>
                          <a:ea typeface="IBM Plex Sans"/>
                          <a:cs typeface="IBM Plex Sans"/>
                          <a:sym typeface="IBM Plex Sans"/>
                        </a:rPr>
                        <a:t>Lo desplegamos en nuestros servidores</a:t>
                      </a:r>
                      <a:endParaRPr sz="1700" u="none" cap="none" strike="noStrike">
                        <a:latin typeface="IBM Plex Sans"/>
                        <a:ea typeface="IBM Plex Sans"/>
                        <a:cs typeface="IBM Plex Sans"/>
                        <a:sym typeface="IBM Plex Sans"/>
                      </a:endParaRPr>
                    </a:p>
                  </a:txBody>
                  <a:tcPr marT="75575" marB="75575" marR="75575" marL="75575">
                    <a:lnL cap="flat" cmpd="sng" w="12700">
                      <a:solidFill>
                        <a:srgbClr val="C5C4C1"/>
                      </a:solidFill>
                      <a:prstDash val="solid"/>
                      <a:round/>
                      <a:headEnd len="sm" w="sm" type="none"/>
                      <a:tailEnd len="sm" w="sm" type="none"/>
                    </a:lnL>
                    <a:lnR cap="flat" cmpd="sng" w="12700">
                      <a:solidFill>
                        <a:srgbClr val="C5C4C1"/>
                      </a:solidFill>
                      <a:prstDash val="solid"/>
                      <a:round/>
                      <a:headEnd len="sm" w="sm" type="none"/>
                      <a:tailEnd len="sm" w="sm" type="none"/>
                    </a:lnR>
                    <a:lnT cap="flat" cmpd="sng" w="12700">
                      <a:solidFill>
                        <a:srgbClr val="C5C4C1"/>
                      </a:solidFill>
                      <a:prstDash val="solid"/>
                      <a:round/>
                      <a:headEnd len="sm" w="sm" type="none"/>
                      <a:tailEnd len="sm" w="sm" type="none"/>
                    </a:lnT>
                    <a:lnB cap="flat" cmpd="sng" w="12700">
                      <a:solidFill>
                        <a:srgbClr val="C5C4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A41"/>
                        </a:buClr>
                        <a:buSzPts val="1700"/>
                        <a:buFont typeface="IBM Plex Sans"/>
                        <a:buNone/>
                      </a:pPr>
                      <a:r>
                        <a:rPr lang="en-US" sz="1700" u="none" cap="none" strike="noStrike">
                          <a:solidFill>
                            <a:srgbClr val="1B2A41"/>
                          </a:solidFill>
                          <a:latin typeface="IBM Plex Sans"/>
                          <a:ea typeface="IBM Plex Sans"/>
                          <a:cs typeface="IBM Plex Sans"/>
                          <a:sym typeface="IBM Plex Sans"/>
                        </a:rPr>
                        <a:t>Rápido: se redirige el tráfico</a:t>
                      </a:r>
                      <a:endParaRPr sz="1700" u="none" cap="none" strike="noStrike">
                        <a:latin typeface="IBM Plex Sans"/>
                        <a:ea typeface="IBM Plex Sans"/>
                        <a:cs typeface="IBM Plex Sans"/>
                        <a:sym typeface="IBM Plex Sans"/>
                      </a:endParaRPr>
                    </a:p>
                  </a:txBody>
                  <a:tcPr marT="75575" marB="75575" marR="75575" marL="75575">
                    <a:lnL cap="flat" cmpd="sng" w="12700">
                      <a:solidFill>
                        <a:srgbClr val="C5C4C1"/>
                      </a:solidFill>
                      <a:prstDash val="solid"/>
                      <a:round/>
                      <a:headEnd len="sm" w="sm" type="none"/>
                      <a:tailEnd len="sm" w="sm" type="none"/>
                    </a:lnL>
                    <a:lnR cap="flat" cmpd="sng" w="12700">
                      <a:solidFill>
                        <a:srgbClr val="C5C4C1"/>
                      </a:solidFill>
                      <a:prstDash val="solid"/>
                      <a:round/>
                      <a:headEnd len="sm" w="sm" type="none"/>
                      <a:tailEnd len="sm" w="sm" type="none"/>
                    </a:lnR>
                    <a:lnT cap="flat" cmpd="sng" w="12700">
                      <a:solidFill>
                        <a:srgbClr val="C5C4C1"/>
                      </a:solidFill>
                      <a:prstDash val="solid"/>
                      <a:round/>
                      <a:headEnd len="sm" w="sm" type="none"/>
                      <a:tailEnd len="sm" w="sm" type="none"/>
                    </a:lnT>
                    <a:lnB cap="flat" cmpd="sng" w="12700">
                      <a:solidFill>
                        <a:srgbClr val="C5C4C1"/>
                      </a:solidFill>
                      <a:prstDash val="solid"/>
                      <a:round/>
                      <a:headEnd len="sm" w="sm" type="none"/>
                      <a:tailEnd len="sm" w="sm" type="none"/>
                    </a:lnB>
                  </a:tcPr>
                </a:tc>
              </a:tr>
              <a:tr h="762950">
                <a:tc>
                  <a:txBody>
                    <a:bodyPr/>
                    <a:lstStyle/>
                    <a:p>
                      <a:pPr indent="0" lvl="0" marL="0" marR="0" rtl="0" algn="l">
                        <a:lnSpc>
                          <a:spcPct val="140000"/>
                        </a:lnSpc>
                        <a:spcBef>
                          <a:spcPts val="0"/>
                        </a:spcBef>
                        <a:spcAft>
                          <a:spcPts val="0"/>
                        </a:spcAft>
                        <a:buClr>
                          <a:srgbClr val="1B2A41"/>
                        </a:buClr>
                        <a:buSzPts val="1700"/>
                        <a:buFont typeface="IBM Plex Sans"/>
                        <a:buNone/>
                      </a:pPr>
                      <a:r>
                        <a:rPr lang="en-US" sz="1700" u="none" cap="none" strike="noStrike">
                          <a:solidFill>
                            <a:srgbClr val="1B2A41"/>
                          </a:solidFill>
                          <a:latin typeface="IBM Plex Sans"/>
                          <a:ea typeface="IBM Plex Sans"/>
                          <a:cs typeface="IBM Plex Sans"/>
                          <a:sym typeface="IBM Plex Sans"/>
                        </a:rPr>
                        <a:t>Modelo de ML (nuestro caso)</a:t>
                      </a:r>
                      <a:endParaRPr sz="1700" u="none" cap="none" strike="noStrike">
                        <a:latin typeface="IBM Plex Sans"/>
                        <a:ea typeface="IBM Plex Sans"/>
                        <a:cs typeface="IBM Plex Sans"/>
                        <a:sym typeface="IBM Plex Sans"/>
                      </a:endParaRPr>
                    </a:p>
                  </a:txBody>
                  <a:tcPr marT="75575" marB="75575" marR="75575" marL="75575">
                    <a:lnL cap="flat" cmpd="sng" w="12700">
                      <a:solidFill>
                        <a:srgbClr val="C5C4C1"/>
                      </a:solidFill>
                      <a:prstDash val="solid"/>
                      <a:round/>
                      <a:headEnd len="sm" w="sm" type="none"/>
                      <a:tailEnd len="sm" w="sm" type="none"/>
                    </a:lnL>
                    <a:lnR cap="flat" cmpd="sng" w="12700">
                      <a:solidFill>
                        <a:srgbClr val="C5AE99"/>
                      </a:solidFill>
                      <a:prstDash val="solid"/>
                      <a:round/>
                      <a:headEnd len="sm" w="sm" type="none"/>
                      <a:tailEnd len="sm" w="sm" type="none"/>
                    </a:lnR>
                    <a:lnT cap="flat" cmpd="sng" w="12700">
                      <a:solidFill>
                        <a:srgbClr val="C5C4C1"/>
                      </a:solidFill>
                      <a:prstDash val="solid"/>
                      <a:round/>
                      <a:headEnd len="sm" w="sm" type="none"/>
                      <a:tailEnd len="sm" w="sm" type="none"/>
                    </a:lnT>
                    <a:lnB cap="flat" cmpd="sng" w="12700">
                      <a:solidFill>
                        <a:srgbClr val="C5AE99"/>
                      </a:solidFill>
                      <a:prstDash val="solid"/>
                      <a:round/>
                      <a:headEnd len="sm" w="sm" type="none"/>
                      <a:tailEnd len="sm" w="sm" type="none"/>
                    </a:lnB>
                    <a:solidFill>
                      <a:srgbClr val="F7D9BF"/>
                    </a:solidFill>
                  </a:tcPr>
                </a:tc>
                <a:tc>
                  <a:txBody>
                    <a:bodyPr/>
                    <a:lstStyle/>
                    <a:p>
                      <a:pPr indent="0" lvl="0" marL="0" marR="0" rtl="0" algn="l">
                        <a:lnSpc>
                          <a:spcPct val="140000"/>
                        </a:lnSpc>
                        <a:spcBef>
                          <a:spcPts val="0"/>
                        </a:spcBef>
                        <a:spcAft>
                          <a:spcPts val="0"/>
                        </a:spcAft>
                        <a:buClr>
                          <a:srgbClr val="1B2A41"/>
                        </a:buClr>
                        <a:buSzPts val="1700"/>
                        <a:buFont typeface="IBM Plex Sans"/>
                        <a:buNone/>
                      </a:pPr>
                      <a:r>
                        <a:rPr lang="en-US" sz="1700" u="none" cap="none" strike="noStrike">
                          <a:solidFill>
                            <a:srgbClr val="1B2A41"/>
                          </a:solidFill>
                          <a:latin typeface="IBM Plex Sans"/>
                          <a:ea typeface="IBM Plex Sans"/>
                          <a:cs typeface="IBM Plex Sans"/>
                          <a:sym typeface="IBM Plex Sans"/>
                        </a:rPr>
                        <a:t>Servicio de predicción en la nube y registro de modelos</a:t>
                      </a:r>
                      <a:endParaRPr sz="1700" u="none" cap="none" strike="noStrike">
                        <a:latin typeface="IBM Plex Sans"/>
                        <a:ea typeface="IBM Plex Sans"/>
                        <a:cs typeface="IBM Plex Sans"/>
                        <a:sym typeface="IBM Plex Sans"/>
                      </a:endParaRPr>
                    </a:p>
                  </a:txBody>
                  <a:tcPr marT="75575" marB="75575" marR="75575" marL="75575">
                    <a:lnL cap="flat" cmpd="sng" w="12700">
                      <a:solidFill>
                        <a:srgbClr val="C5AE99"/>
                      </a:solidFill>
                      <a:prstDash val="solid"/>
                      <a:round/>
                      <a:headEnd len="sm" w="sm" type="none"/>
                      <a:tailEnd len="sm" w="sm" type="none"/>
                    </a:lnL>
                    <a:lnR cap="flat" cmpd="sng" w="12700">
                      <a:solidFill>
                        <a:srgbClr val="C5AE99"/>
                      </a:solidFill>
                      <a:prstDash val="solid"/>
                      <a:round/>
                      <a:headEnd len="sm" w="sm" type="none"/>
                      <a:tailEnd len="sm" w="sm" type="none"/>
                    </a:lnR>
                    <a:lnT cap="flat" cmpd="sng" w="12700">
                      <a:solidFill>
                        <a:srgbClr val="C5C4C1"/>
                      </a:solidFill>
                      <a:prstDash val="solid"/>
                      <a:round/>
                      <a:headEnd len="sm" w="sm" type="none"/>
                      <a:tailEnd len="sm" w="sm" type="none"/>
                    </a:lnT>
                    <a:lnB cap="flat" cmpd="sng" w="12700">
                      <a:solidFill>
                        <a:srgbClr val="C5AE99"/>
                      </a:solidFill>
                      <a:prstDash val="solid"/>
                      <a:round/>
                      <a:headEnd len="sm" w="sm" type="none"/>
                      <a:tailEnd len="sm" w="sm" type="none"/>
                    </a:lnB>
                    <a:solidFill>
                      <a:srgbClr val="F7D9BF"/>
                    </a:solidFill>
                  </a:tcPr>
                </a:tc>
                <a:tc>
                  <a:txBody>
                    <a:bodyPr/>
                    <a:lstStyle/>
                    <a:p>
                      <a:pPr indent="0" lvl="0" marL="0" marR="0" rtl="0" algn="l">
                        <a:lnSpc>
                          <a:spcPct val="140000"/>
                        </a:lnSpc>
                        <a:spcBef>
                          <a:spcPts val="0"/>
                        </a:spcBef>
                        <a:spcAft>
                          <a:spcPts val="0"/>
                        </a:spcAft>
                        <a:buClr>
                          <a:srgbClr val="1B2A41"/>
                        </a:buClr>
                        <a:buSzPts val="1700"/>
                        <a:buFont typeface="IBM Plex Sans"/>
                        <a:buNone/>
                      </a:pPr>
                      <a:r>
                        <a:rPr lang="en-US" sz="1700" u="none" cap="none" strike="noStrike">
                          <a:solidFill>
                            <a:srgbClr val="1B2A41"/>
                          </a:solidFill>
                          <a:latin typeface="IBM Plex Sans"/>
                          <a:ea typeface="IBM Plex Sans"/>
                          <a:cs typeface="IBM Plex Sans"/>
                          <a:sym typeface="IBM Plex Sans"/>
                        </a:rPr>
                        <a:t>Rápido, si el modelo anterior sigue guardado</a:t>
                      </a:r>
                      <a:endParaRPr sz="1700" u="none" cap="none" strike="noStrike">
                        <a:latin typeface="IBM Plex Sans"/>
                        <a:ea typeface="IBM Plex Sans"/>
                        <a:cs typeface="IBM Plex Sans"/>
                        <a:sym typeface="IBM Plex Sans"/>
                      </a:endParaRPr>
                    </a:p>
                  </a:txBody>
                  <a:tcPr marT="75575" marB="75575" marR="75575" marL="75575">
                    <a:lnL cap="flat" cmpd="sng" w="12700">
                      <a:solidFill>
                        <a:srgbClr val="C5AE99"/>
                      </a:solidFill>
                      <a:prstDash val="solid"/>
                      <a:round/>
                      <a:headEnd len="sm" w="sm" type="none"/>
                      <a:tailEnd len="sm" w="sm" type="none"/>
                    </a:lnL>
                    <a:lnR cap="flat" cmpd="sng" w="12700">
                      <a:solidFill>
                        <a:srgbClr val="C5AE99"/>
                      </a:solidFill>
                      <a:prstDash val="solid"/>
                      <a:round/>
                      <a:headEnd len="sm" w="sm" type="none"/>
                      <a:tailEnd len="sm" w="sm" type="none"/>
                    </a:lnR>
                    <a:lnT cap="flat" cmpd="sng" w="12700">
                      <a:solidFill>
                        <a:srgbClr val="C5C4C1"/>
                      </a:solidFill>
                      <a:prstDash val="solid"/>
                      <a:round/>
                      <a:headEnd len="sm" w="sm" type="none"/>
                      <a:tailEnd len="sm" w="sm" type="none"/>
                    </a:lnT>
                    <a:lnB cap="flat" cmpd="sng" w="12700">
                      <a:solidFill>
                        <a:srgbClr val="C5AE99"/>
                      </a:solidFill>
                      <a:prstDash val="solid"/>
                      <a:round/>
                      <a:headEnd len="sm" w="sm" type="none"/>
                      <a:tailEnd len="sm" w="sm" type="none"/>
                    </a:lnB>
                    <a:solidFill>
                      <a:srgbClr val="F7D9BF"/>
                    </a:solidFill>
                  </a:tcPr>
                </a:tc>
              </a:tr>
            </a:tbl>
          </a:graphicData>
        </a:graphic>
      </p:graphicFrame>
      <p:sp>
        <p:nvSpPr>
          <p:cNvPr id="107" name="Google Shape;107;p7"/>
          <p:cNvSpPr/>
          <p:nvPr/>
        </p:nvSpPr>
        <p:spPr>
          <a:xfrm>
            <a:off x="812721" y="4503300"/>
            <a:ext cx="10883556" cy="4165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B5C9E"/>
              </a:buClr>
              <a:buSzPts val="2200"/>
              <a:buFont typeface="IBM Plex Sans"/>
              <a:buNone/>
            </a:pPr>
            <a:r>
              <a:rPr b="1" i="0" lang="en-US" sz="2200" u="none" cap="none" strike="noStrike">
                <a:solidFill>
                  <a:srgbClr val="2B5C9E"/>
                </a:solidFill>
                <a:latin typeface="IBM Plex Sans"/>
                <a:ea typeface="IBM Plex Sans"/>
                <a:cs typeface="IBM Plex Sans"/>
                <a:sym typeface="IBM Plex Sans"/>
              </a:rPr>
              <a:t>En nuestro caso, el banco controla el cambio, no el cliente.</a:t>
            </a:r>
            <a:endParaRPr b="0" i="0" sz="2200" u="none" cap="none" strike="noStrike">
              <a:solidFill>
                <a:schemeClr val="dk1"/>
              </a:solidFill>
              <a:latin typeface="IBM Plex Sans"/>
              <a:ea typeface="IBM Plex Sans"/>
              <a:cs typeface="IBM Plex Sans"/>
              <a:sym typeface="IBM Plex Sans"/>
            </a:endParaRPr>
          </a:p>
        </p:txBody>
      </p:sp>
      <p:sp>
        <p:nvSpPr>
          <p:cNvPr id="108" name="Google Shape;108;p7"/>
          <p:cNvSpPr/>
          <p:nvPr/>
        </p:nvSpPr>
        <p:spPr>
          <a:xfrm>
            <a:off x="812721" y="6238278"/>
            <a:ext cx="7194469" cy="2387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E6673"/>
              </a:buClr>
              <a:buSzPts val="1200"/>
              <a:buFont typeface="IBM Plex Sans"/>
              <a:buNone/>
            </a:pPr>
            <a:r>
              <a:rPr b="0" i="0" lang="en-US" sz="1200" u="none" cap="none" strike="noStrike">
                <a:solidFill>
                  <a:srgbClr val="5E6673"/>
                </a:solidFill>
                <a:latin typeface="IBM Plex Sans"/>
                <a:ea typeface="IBM Plex Sans"/>
                <a:cs typeface="IBM Plex Sans"/>
                <a:sym typeface="IBM Plex Sans"/>
              </a:rPr>
              <a:t>UTN FRC · Ingeniería y Calidad de Software · 4K3 · Grupo 13</a:t>
            </a:r>
            <a:endParaRPr b="0" i="0" sz="1200" u="none" cap="none" strike="noStrike">
              <a:solidFill>
                <a:schemeClr val="dk1"/>
              </a:solidFill>
              <a:latin typeface="IBM Plex Sans"/>
              <a:ea typeface="IBM Plex Sans"/>
              <a:cs typeface="IBM Plex Sans"/>
              <a:sym typeface="IBM Plex Sans"/>
            </a:endParaRPr>
          </a:p>
        </p:txBody>
      </p:sp>
      <p:sp>
        <p:nvSpPr>
          <p:cNvPr id="109" name="Google Shape;109;p7"/>
          <p:cNvSpPr/>
          <p:nvPr/>
        </p:nvSpPr>
        <p:spPr>
          <a:xfrm>
            <a:off x="8632270" y="6238278"/>
            <a:ext cx="2747010" cy="23876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5E6673"/>
              </a:buClr>
              <a:buSzPts val="1200"/>
              <a:buFont typeface="IBM Plex Sans"/>
              <a:buNone/>
            </a:pPr>
            <a:r>
              <a:rPr b="0" i="0" lang="en-US" sz="1200" u="none" cap="none" strike="noStrike">
                <a:solidFill>
                  <a:srgbClr val="5E6673"/>
                </a:solidFill>
                <a:latin typeface="IBM Plex Sans"/>
                <a:ea typeface="IBM Plex Sans"/>
                <a:cs typeface="IBM Plex Sans"/>
                <a:sym typeface="IBM Plex Sans"/>
              </a:rPr>
              <a:t>Desarrollo · 4 / 17</a:t>
            </a:r>
            <a:endParaRPr b="0" i="0" sz="1200" u="none" cap="none" strike="noStrike">
              <a:solidFill>
                <a:schemeClr val="dk1"/>
              </a:solidFill>
              <a:latin typeface="IBM Plex Sans"/>
              <a:ea typeface="IBM Plex Sans"/>
              <a:cs typeface="IBM Plex Sans"/>
              <a:sym typeface="IBM Plex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2"/>
        </a:solidFill>
      </p:bgPr>
    </p:bg>
    <p:spTree>
      <p:nvGrpSpPr>
        <p:cNvPr id="114" name="Shape 114"/>
        <p:cNvGrpSpPr/>
        <p:nvPr/>
      </p:nvGrpSpPr>
      <p:grpSpPr>
        <a:xfrm>
          <a:off x="0" y="0"/>
          <a:ext cx="0" cy="0"/>
          <a:chOff x="0" y="0"/>
          <a:chExt cx="0" cy="0"/>
        </a:xfrm>
      </p:grpSpPr>
      <p:sp>
        <p:nvSpPr>
          <p:cNvPr id="115" name="Google Shape;115;p8"/>
          <p:cNvSpPr txBox="1"/>
          <p:nvPr>
            <p:ph type="title"/>
          </p:nvPr>
        </p:nvSpPr>
        <p:spPr>
          <a:xfrm>
            <a:off x="812721" y="711163"/>
            <a:ext cx="10883556" cy="4445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B2A41"/>
              </a:buClr>
              <a:buSzPts val="3000"/>
              <a:buFont typeface="IBM Plex Sans"/>
              <a:buNone/>
            </a:pPr>
            <a:r>
              <a:rPr b="1" i="0" lang="en-US" sz="3000">
                <a:solidFill>
                  <a:srgbClr val="1B2A41"/>
                </a:solidFill>
                <a:latin typeface="IBM Plex Sans"/>
                <a:ea typeface="IBM Plex Sans"/>
                <a:cs typeface="IBM Plex Sans"/>
                <a:sym typeface="IBM Plex Sans"/>
              </a:rPr>
              <a:t>Estrategias de despliegue y herramientas</a:t>
            </a:r>
            <a:endParaRPr sz="3000"/>
          </a:p>
        </p:txBody>
      </p:sp>
      <p:sp>
        <p:nvSpPr>
          <p:cNvPr id="116" name="Google Shape;116;p8"/>
          <p:cNvSpPr/>
          <p:nvPr/>
        </p:nvSpPr>
        <p:spPr>
          <a:xfrm>
            <a:off x="819071" y="1365213"/>
            <a:ext cx="3407847" cy="1905040"/>
          </a:xfrm>
          <a:prstGeom prst="roundRect">
            <a:avLst>
              <a:gd fmla="val 2333" name="adj"/>
            </a:avLst>
          </a:prstGeom>
          <a:solidFill>
            <a:srgbClr val="FCFBF8"/>
          </a:solidFill>
          <a:ln cap="flat" cmpd="sng" w="12700">
            <a:solidFill>
              <a:srgbClr val="CFCAB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8"/>
          <p:cNvSpPr/>
          <p:nvPr/>
        </p:nvSpPr>
        <p:spPr>
          <a:xfrm>
            <a:off x="972741" y="1518881"/>
            <a:ext cx="3193522" cy="3454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B2A41"/>
              </a:buClr>
              <a:buSzPts val="1800"/>
              <a:buFont typeface="IBM Plex Sans"/>
              <a:buNone/>
            </a:pPr>
            <a:r>
              <a:rPr b="1" i="0" lang="en-US" sz="1800" u="none" cap="none" strike="noStrike">
                <a:solidFill>
                  <a:srgbClr val="1B2A41"/>
                </a:solidFill>
                <a:latin typeface="IBM Plex Sans"/>
                <a:ea typeface="IBM Plex Sans"/>
                <a:cs typeface="IBM Plex Sans"/>
                <a:sym typeface="IBM Plex Sans"/>
              </a:rPr>
              <a:t>Todo de una vez (basic)</a:t>
            </a:r>
            <a:endParaRPr b="0" i="0" sz="1800" u="none" cap="none" strike="noStrike">
              <a:solidFill>
                <a:schemeClr val="dk1"/>
              </a:solidFill>
              <a:latin typeface="IBM Plex Sans"/>
              <a:ea typeface="IBM Plex Sans"/>
              <a:cs typeface="IBM Plex Sans"/>
              <a:sym typeface="IBM Plex Sans"/>
            </a:endParaRPr>
          </a:p>
        </p:txBody>
      </p:sp>
      <p:sp>
        <p:nvSpPr>
          <p:cNvPr id="118" name="Google Shape;118;p8"/>
          <p:cNvSpPr/>
          <p:nvPr/>
        </p:nvSpPr>
        <p:spPr>
          <a:xfrm>
            <a:off x="972741" y="2029420"/>
            <a:ext cx="177760" cy="177760"/>
          </a:xfrm>
          <a:prstGeom prst="roundRect">
            <a:avLst>
              <a:gd fmla="val 14289" name="adj"/>
            </a:avLst>
          </a:prstGeom>
          <a:solidFill>
            <a:srgbClr val="2B5C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8"/>
          <p:cNvSpPr/>
          <p:nvPr/>
        </p:nvSpPr>
        <p:spPr>
          <a:xfrm>
            <a:off x="1194911" y="2029420"/>
            <a:ext cx="177760" cy="177760"/>
          </a:xfrm>
          <a:prstGeom prst="roundRect">
            <a:avLst>
              <a:gd fmla="val 14289" name="adj"/>
            </a:avLst>
          </a:prstGeom>
          <a:solidFill>
            <a:srgbClr val="2B5C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8"/>
          <p:cNvSpPr/>
          <p:nvPr/>
        </p:nvSpPr>
        <p:spPr>
          <a:xfrm>
            <a:off x="1417082" y="2029420"/>
            <a:ext cx="177760" cy="177760"/>
          </a:xfrm>
          <a:prstGeom prst="roundRect">
            <a:avLst>
              <a:gd fmla="val 14289" name="adj"/>
            </a:avLst>
          </a:prstGeom>
          <a:solidFill>
            <a:srgbClr val="2B5C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8"/>
          <p:cNvSpPr/>
          <p:nvPr/>
        </p:nvSpPr>
        <p:spPr>
          <a:xfrm>
            <a:off x="1639253" y="2029420"/>
            <a:ext cx="177760" cy="177760"/>
          </a:xfrm>
          <a:prstGeom prst="roundRect">
            <a:avLst>
              <a:gd fmla="val 14289" name="adj"/>
            </a:avLst>
          </a:prstGeom>
          <a:solidFill>
            <a:srgbClr val="2B5C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8"/>
          <p:cNvSpPr/>
          <p:nvPr/>
        </p:nvSpPr>
        <p:spPr>
          <a:xfrm>
            <a:off x="1861423" y="2029420"/>
            <a:ext cx="177760" cy="177760"/>
          </a:xfrm>
          <a:prstGeom prst="roundRect">
            <a:avLst>
              <a:gd fmla="val 14289" name="adj"/>
            </a:avLst>
          </a:prstGeom>
          <a:solidFill>
            <a:srgbClr val="2B5C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8"/>
          <p:cNvSpPr/>
          <p:nvPr/>
        </p:nvSpPr>
        <p:spPr>
          <a:xfrm>
            <a:off x="2083594" y="2029420"/>
            <a:ext cx="177760" cy="177760"/>
          </a:xfrm>
          <a:prstGeom prst="roundRect">
            <a:avLst>
              <a:gd fmla="val 14289" name="adj"/>
            </a:avLst>
          </a:prstGeom>
          <a:solidFill>
            <a:srgbClr val="2B5C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
          <p:cNvSpPr/>
          <p:nvPr/>
        </p:nvSpPr>
        <p:spPr>
          <a:xfrm>
            <a:off x="2305764" y="2029420"/>
            <a:ext cx="177760" cy="177760"/>
          </a:xfrm>
          <a:prstGeom prst="roundRect">
            <a:avLst>
              <a:gd fmla="val 14289" name="adj"/>
            </a:avLst>
          </a:prstGeom>
          <a:solidFill>
            <a:srgbClr val="2B5C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8"/>
          <p:cNvSpPr/>
          <p:nvPr/>
        </p:nvSpPr>
        <p:spPr>
          <a:xfrm>
            <a:off x="2527935" y="2029420"/>
            <a:ext cx="177760" cy="177760"/>
          </a:xfrm>
          <a:prstGeom prst="roundRect">
            <a:avLst>
              <a:gd fmla="val 14289" name="adj"/>
            </a:avLst>
          </a:prstGeom>
          <a:solidFill>
            <a:srgbClr val="2B5C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8"/>
          <p:cNvSpPr/>
          <p:nvPr/>
        </p:nvSpPr>
        <p:spPr>
          <a:xfrm>
            <a:off x="2750106" y="2029420"/>
            <a:ext cx="177760" cy="177760"/>
          </a:xfrm>
          <a:prstGeom prst="roundRect">
            <a:avLst>
              <a:gd fmla="val 14289" name="adj"/>
            </a:avLst>
          </a:prstGeom>
          <a:solidFill>
            <a:srgbClr val="2B5C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8"/>
          <p:cNvSpPr/>
          <p:nvPr/>
        </p:nvSpPr>
        <p:spPr>
          <a:xfrm>
            <a:off x="2972276" y="2029420"/>
            <a:ext cx="177760" cy="177760"/>
          </a:xfrm>
          <a:prstGeom prst="roundRect">
            <a:avLst>
              <a:gd fmla="val 14289" name="adj"/>
            </a:avLst>
          </a:prstGeom>
          <a:solidFill>
            <a:srgbClr val="2B5C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8"/>
          <p:cNvSpPr/>
          <p:nvPr/>
        </p:nvSpPr>
        <p:spPr>
          <a:xfrm>
            <a:off x="972741" y="2397683"/>
            <a:ext cx="3193522" cy="454739"/>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1B2A41"/>
              </a:buClr>
              <a:buSzPts val="1300"/>
              <a:buFont typeface="IBM Plex Sans"/>
              <a:buNone/>
            </a:pPr>
            <a:r>
              <a:rPr b="0" i="0" lang="en-US" sz="1300" u="none" cap="none" strike="noStrike">
                <a:solidFill>
                  <a:srgbClr val="1B2A41"/>
                </a:solidFill>
                <a:latin typeface="IBM Plex Sans"/>
                <a:ea typeface="IBM Plex Sans"/>
                <a:cs typeface="IBM Plex Sans"/>
                <a:sym typeface="IBM Plex Sans"/>
              </a:rPr>
              <a:t>Se reemplaza todo junto. Simple, pero sin red si falla.</a:t>
            </a:r>
            <a:endParaRPr b="0" i="0" sz="1300" u="none" cap="none" strike="noStrike">
              <a:solidFill>
                <a:schemeClr val="dk1"/>
              </a:solidFill>
              <a:latin typeface="IBM Plex Sans"/>
              <a:ea typeface="IBM Plex Sans"/>
              <a:cs typeface="IBM Plex Sans"/>
              <a:sym typeface="IBM Plex Sans"/>
            </a:endParaRPr>
          </a:p>
        </p:txBody>
      </p:sp>
      <p:sp>
        <p:nvSpPr>
          <p:cNvPr id="129" name="Google Shape;129;p8"/>
          <p:cNvSpPr/>
          <p:nvPr/>
        </p:nvSpPr>
        <p:spPr>
          <a:xfrm>
            <a:off x="972741" y="2903221"/>
            <a:ext cx="3193522" cy="2387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B5C9E"/>
              </a:buClr>
              <a:buSzPts val="1200"/>
              <a:buFont typeface="JetBrains Mono"/>
              <a:buNone/>
            </a:pPr>
            <a:r>
              <a:rPr b="0" i="0" lang="en-US" sz="1200" u="none" cap="none" strike="noStrike">
                <a:solidFill>
                  <a:srgbClr val="2B5C9E"/>
                </a:solidFill>
                <a:latin typeface="JetBrains Mono"/>
                <a:ea typeface="JetBrains Mono"/>
                <a:cs typeface="JetBrains Mono"/>
                <a:sym typeface="JetBrains Mono"/>
              </a:rPr>
              <a:t>Pipeline CI/CD</a:t>
            </a:r>
            <a:endParaRPr b="0" i="0" sz="1200" u="none" cap="none" strike="noStrike">
              <a:solidFill>
                <a:schemeClr val="dk1"/>
              </a:solidFill>
              <a:latin typeface="IBM Plex Sans"/>
              <a:ea typeface="IBM Plex Sans"/>
              <a:cs typeface="IBM Plex Sans"/>
              <a:sym typeface="IBM Plex Sans"/>
            </a:endParaRPr>
          </a:p>
        </p:txBody>
      </p:sp>
      <p:sp>
        <p:nvSpPr>
          <p:cNvPr id="130" name="Google Shape;130;p8"/>
          <p:cNvSpPr/>
          <p:nvPr/>
        </p:nvSpPr>
        <p:spPr>
          <a:xfrm>
            <a:off x="4392017" y="1365213"/>
            <a:ext cx="3407847" cy="1905040"/>
          </a:xfrm>
          <a:prstGeom prst="roundRect">
            <a:avLst>
              <a:gd fmla="val 2333" name="adj"/>
            </a:avLst>
          </a:prstGeom>
          <a:solidFill>
            <a:srgbClr val="FCFBF8"/>
          </a:solidFill>
          <a:ln cap="flat" cmpd="sng" w="12700">
            <a:solidFill>
              <a:srgbClr val="CFCAB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8"/>
          <p:cNvSpPr/>
          <p:nvPr/>
        </p:nvSpPr>
        <p:spPr>
          <a:xfrm>
            <a:off x="4545687" y="1518881"/>
            <a:ext cx="3193522" cy="3454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B2A41"/>
              </a:buClr>
              <a:buSzPts val="1800"/>
              <a:buFont typeface="IBM Plex Sans"/>
              <a:buNone/>
            </a:pPr>
            <a:r>
              <a:rPr b="1" i="0" lang="en-US" sz="1800" u="none" cap="none" strike="noStrike">
                <a:solidFill>
                  <a:srgbClr val="1B2A41"/>
                </a:solidFill>
                <a:latin typeface="IBM Plex Sans"/>
                <a:ea typeface="IBM Plex Sans"/>
                <a:cs typeface="IBM Plex Sans"/>
                <a:sym typeface="IBM Plex Sans"/>
              </a:rPr>
              <a:t>Rolling (por tandas)</a:t>
            </a:r>
            <a:endParaRPr b="0" i="0" sz="1800" u="none" cap="none" strike="noStrike">
              <a:solidFill>
                <a:schemeClr val="dk1"/>
              </a:solidFill>
              <a:latin typeface="IBM Plex Sans"/>
              <a:ea typeface="IBM Plex Sans"/>
              <a:cs typeface="IBM Plex Sans"/>
              <a:sym typeface="IBM Plex Sans"/>
            </a:endParaRPr>
          </a:p>
        </p:txBody>
      </p:sp>
      <p:sp>
        <p:nvSpPr>
          <p:cNvPr id="132" name="Google Shape;132;p8"/>
          <p:cNvSpPr/>
          <p:nvPr/>
        </p:nvSpPr>
        <p:spPr>
          <a:xfrm>
            <a:off x="4545687" y="2029420"/>
            <a:ext cx="177760" cy="177760"/>
          </a:xfrm>
          <a:prstGeom prst="roundRect">
            <a:avLst>
              <a:gd fmla="val 14289" name="adj"/>
            </a:avLst>
          </a:prstGeom>
          <a:solidFill>
            <a:srgbClr val="8D97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8"/>
          <p:cNvSpPr/>
          <p:nvPr/>
        </p:nvSpPr>
        <p:spPr>
          <a:xfrm>
            <a:off x="4767858" y="2029420"/>
            <a:ext cx="177760" cy="177760"/>
          </a:xfrm>
          <a:prstGeom prst="roundRect">
            <a:avLst>
              <a:gd fmla="val 14289" name="adj"/>
            </a:avLst>
          </a:prstGeom>
          <a:solidFill>
            <a:srgbClr val="8D97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8"/>
          <p:cNvSpPr/>
          <p:nvPr/>
        </p:nvSpPr>
        <p:spPr>
          <a:xfrm>
            <a:off x="4990029" y="2029420"/>
            <a:ext cx="177760" cy="177760"/>
          </a:xfrm>
          <a:prstGeom prst="roundRect">
            <a:avLst>
              <a:gd fmla="val 14289" name="adj"/>
            </a:avLst>
          </a:prstGeom>
          <a:solidFill>
            <a:srgbClr val="8D97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8"/>
          <p:cNvSpPr/>
          <p:nvPr/>
        </p:nvSpPr>
        <p:spPr>
          <a:xfrm>
            <a:off x="5212199" y="2029420"/>
            <a:ext cx="177760" cy="177760"/>
          </a:xfrm>
          <a:prstGeom prst="roundRect">
            <a:avLst>
              <a:gd fmla="val 14289" name="adj"/>
            </a:avLst>
          </a:prstGeom>
          <a:solidFill>
            <a:srgbClr val="8D97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8"/>
          <p:cNvSpPr/>
          <p:nvPr/>
        </p:nvSpPr>
        <p:spPr>
          <a:xfrm>
            <a:off x="5434370" y="2029420"/>
            <a:ext cx="177760" cy="177760"/>
          </a:xfrm>
          <a:prstGeom prst="roundRect">
            <a:avLst>
              <a:gd fmla="val 14289" name="adj"/>
            </a:avLst>
          </a:prstGeom>
          <a:solidFill>
            <a:srgbClr val="8D97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8"/>
          <p:cNvSpPr/>
          <p:nvPr/>
        </p:nvSpPr>
        <p:spPr>
          <a:xfrm>
            <a:off x="5656540" y="2029420"/>
            <a:ext cx="177760" cy="177760"/>
          </a:xfrm>
          <a:prstGeom prst="roundRect">
            <a:avLst>
              <a:gd fmla="val 14289" name="adj"/>
            </a:avLst>
          </a:prstGeom>
          <a:solidFill>
            <a:srgbClr val="8D97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8"/>
          <p:cNvSpPr/>
          <p:nvPr/>
        </p:nvSpPr>
        <p:spPr>
          <a:xfrm>
            <a:off x="5878711" y="2029420"/>
            <a:ext cx="177760" cy="177760"/>
          </a:xfrm>
          <a:prstGeom prst="roundRect">
            <a:avLst>
              <a:gd fmla="val 14289" name="adj"/>
            </a:avLst>
          </a:prstGeom>
          <a:solidFill>
            <a:srgbClr val="2B5C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8"/>
          <p:cNvSpPr/>
          <p:nvPr/>
        </p:nvSpPr>
        <p:spPr>
          <a:xfrm>
            <a:off x="6100882" y="2029420"/>
            <a:ext cx="177760" cy="177760"/>
          </a:xfrm>
          <a:prstGeom prst="roundRect">
            <a:avLst>
              <a:gd fmla="val 14289" name="adj"/>
            </a:avLst>
          </a:prstGeom>
          <a:solidFill>
            <a:srgbClr val="2B5C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8"/>
          <p:cNvSpPr/>
          <p:nvPr/>
        </p:nvSpPr>
        <p:spPr>
          <a:xfrm>
            <a:off x="6323052" y="2029420"/>
            <a:ext cx="177760" cy="177760"/>
          </a:xfrm>
          <a:prstGeom prst="roundRect">
            <a:avLst>
              <a:gd fmla="val 14289" name="adj"/>
            </a:avLst>
          </a:prstGeom>
          <a:solidFill>
            <a:srgbClr val="2B5C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8"/>
          <p:cNvSpPr/>
          <p:nvPr/>
        </p:nvSpPr>
        <p:spPr>
          <a:xfrm>
            <a:off x="6545223" y="2029420"/>
            <a:ext cx="177760" cy="177760"/>
          </a:xfrm>
          <a:prstGeom prst="roundRect">
            <a:avLst>
              <a:gd fmla="val 14289" name="adj"/>
            </a:avLst>
          </a:prstGeom>
          <a:solidFill>
            <a:srgbClr val="2B5C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8"/>
          <p:cNvSpPr/>
          <p:nvPr/>
        </p:nvSpPr>
        <p:spPr>
          <a:xfrm>
            <a:off x="4545687" y="2397683"/>
            <a:ext cx="3193522" cy="454739"/>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1B2A41"/>
              </a:buClr>
              <a:buSzPts val="1300"/>
              <a:buFont typeface="IBM Plex Sans"/>
              <a:buNone/>
            </a:pPr>
            <a:r>
              <a:rPr b="0" i="0" lang="en-US" sz="1300" u="none" cap="none" strike="noStrike">
                <a:solidFill>
                  <a:srgbClr val="1B2A41"/>
                </a:solidFill>
                <a:latin typeface="IBM Plex Sans"/>
                <a:ea typeface="IBM Plex Sans"/>
                <a:cs typeface="IBM Plex Sans"/>
                <a:sym typeface="IBM Plex Sans"/>
              </a:rPr>
              <a:t>Se actualiza por tandas; conviven las dos versiones.</a:t>
            </a:r>
            <a:endParaRPr b="0" i="0" sz="1300" u="none" cap="none" strike="noStrike">
              <a:solidFill>
                <a:schemeClr val="dk1"/>
              </a:solidFill>
              <a:latin typeface="IBM Plex Sans"/>
              <a:ea typeface="IBM Plex Sans"/>
              <a:cs typeface="IBM Plex Sans"/>
              <a:sym typeface="IBM Plex Sans"/>
            </a:endParaRPr>
          </a:p>
        </p:txBody>
      </p:sp>
      <p:sp>
        <p:nvSpPr>
          <p:cNvPr id="143" name="Google Shape;143;p8"/>
          <p:cNvSpPr/>
          <p:nvPr/>
        </p:nvSpPr>
        <p:spPr>
          <a:xfrm>
            <a:off x="4545687" y="2903221"/>
            <a:ext cx="3193522" cy="2387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B5C9E"/>
              </a:buClr>
              <a:buSzPts val="1200"/>
              <a:buFont typeface="JetBrains Mono"/>
              <a:buNone/>
            </a:pPr>
            <a:r>
              <a:rPr b="0" i="0" lang="en-US" sz="1200" u="none" cap="none" strike="noStrike">
                <a:solidFill>
                  <a:srgbClr val="2B5C9E"/>
                </a:solidFill>
                <a:latin typeface="JetBrains Mono"/>
                <a:ea typeface="JetBrains Mono"/>
                <a:cs typeface="JetBrains Mono"/>
                <a:sym typeface="JetBrains Mono"/>
              </a:rPr>
              <a:t>Kubernetes</a:t>
            </a:r>
            <a:endParaRPr b="0" i="0" sz="1200" u="none" cap="none" strike="noStrike">
              <a:solidFill>
                <a:schemeClr val="dk1"/>
              </a:solidFill>
              <a:latin typeface="IBM Plex Sans"/>
              <a:ea typeface="IBM Plex Sans"/>
              <a:cs typeface="IBM Plex Sans"/>
              <a:sym typeface="IBM Plex Sans"/>
            </a:endParaRPr>
          </a:p>
        </p:txBody>
      </p:sp>
      <p:sp>
        <p:nvSpPr>
          <p:cNvPr id="144" name="Google Shape;144;p8"/>
          <p:cNvSpPr/>
          <p:nvPr/>
        </p:nvSpPr>
        <p:spPr>
          <a:xfrm>
            <a:off x="7964964" y="1365213"/>
            <a:ext cx="3407966" cy="1905040"/>
          </a:xfrm>
          <a:prstGeom prst="roundRect">
            <a:avLst>
              <a:gd fmla="val 2333" name="adj"/>
            </a:avLst>
          </a:prstGeom>
          <a:solidFill>
            <a:srgbClr val="FCFBF8"/>
          </a:solidFill>
          <a:ln cap="flat" cmpd="sng" w="12700">
            <a:solidFill>
              <a:srgbClr val="CFCAB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8"/>
          <p:cNvSpPr/>
          <p:nvPr/>
        </p:nvSpPr>
        <p:spPr>
          <a:xfrm>
            <a:off x="8118634" y="1518881"/>
            <a:ext cx="3193644" cy="3454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B2A41"/>
              </a:buClr>
              <a:buSzPts val="1800"/>
              <a:buFont typeface="IBM Plex Sans"/>
              <a:buNone/>
            </a:pPr>
            <a:r>
              <a:rPr b="1" i="0" lang="en-US" sz="1800" u="none" cap="none" strike="noStrike">
                <a:solidFill>
                  <a:srgbClr val="1B2A41"/>
                </a:solidFill>
                <a:latin typeface="IBM Plex Sans"/>
                <a:ea typeface="IBM Plex Sans"/>
                <a:cs typeface="IBM Plex Sans"/>
                <a:sym typeface="IBM Plex Sans"/>
              </a:rPr>
              <a:t>Blue-green</a:t>
            </a:r>
            <a:endParaRPr b="0" i="0" sz="1800" u="none" cap="none" strike="noStrike">
              <a:solidFill>
                <a:schemeClr val="dk1"/>
              </a:solidFill>
              <a:latin typeface="IBM Plex Sans"/>
              <a:ea typeface="IBM Plex Sans"/>
              <a:cs typeface="IBM Plex Sans"/>
              <a:sym typeface="IBM Plex Sans"/>
            </a:endParaRPr>
          </a:p>
        </p:txBody>
      </p:sp>
      <p:sp>
        <p:nvSpPr>
          <p:cNvPr id="146" name="Google Shape;146;p8"/>
          <p:cNvSpPr/>
          <p:nvPr/>
        </p:nvSpPr>
        <p:spPr>
          <a:xfrm>
            <a:off x="8124984" y="1924686"/>
            <a:ext cx="165060" cy="165060"/>
          </a:xfrm>
          <a:prstGeom prst="roundRect">
            <a:avLst>
              <a:gd fmla="val 11541" name="adj"/>
            </a:avLst>
          </a:prstGeom>
          <a:noFill/>
          <a:ln cap="flat" cmpd="sng" w="12700">
            <a:solidFill>
              <a:srgbClr val="8D97A6"/>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8"/>
          <p:cNvSpPr/>
          <p:nvPr/>
        </p:nvSpPr>
        <p:spPr>
          <a:xfrm>
            <a:off x="8347155" y="1924686"/>
            <a:ext cx="165060" cy="165060"/>
          </a:xfrm>
          <a:prstGeom prst="roundRect">
            <a:avLst>
              <a:gd fmla="val 11541" name="adj"/>
            </a:avLst>
          </a:prstGeom>
          <a:noFill/>
          <a:ln cap="flat" cmpd="sng" w="12700">
            <a:solidFill>
              <a:srgbClr val="8D97A6"/>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8"/>
          <p:cNvSpPr/>
          <p:nvPr/>
        </p:nvSpPr>
        <p:spPr>
          <a:xfrm>
            <a:off x="8569325" y="1924686"/>
            <a:ext cx="165060" cy="165060"/>
          </a:xfrm>
          <a:prstGeom prst="roundRect">
            <a:avLst>
              <a:gd fmla="val 11541" name="adj"/>
            </a:avLst>
          </a:prstGeom>
          <a:noFill/>
          <a:ln cap="flat" cmpd="sng" w="12700">
            <a:solidFill>
              <a:srgbClr val="8D97A6"/>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8"/>
          <p:cNvSpPr/>
          <p:nvPr/>
        </p:nvSpPr>
        <p:spPr>
          <a:xfrm>
            <a:off x="8791496" y="1924686"/>
            <a:ext cx="165060" cy="165060"/>
          </a:xfrm>
          <a:prstGeom prst="roundRect">
            <a:avLst>
              <a:gd fmla="val 11541" name="adj"/>
            </a:avLst>
          </a:prstGeom>
          <a:noFill/>
          <a:ln cap="flat" cmpd="sng" w="12700">
            <a:solidFill>
              <a:srgbClr val="8D97A6"/>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8"/>
          <p:cNvSpPr/>
          <p:nvPr/>
        </p:nvSpPr>
        <p:spPr>
          <a:xfrm>
            <a:off x="9013667" y="1924686"/>
            <a:ext cx="165060" cy="165060"/>
          </a:xfrm>
          <a:prstGeom prst="roundRect">
            <a:avLst>
              <a:gd fmla="val 11541" name="adj"/>
            </a:avLst>
          </a:prstGeom>
          <a:noFill/>
          <a:ln cap="flat" cmpd="sng" w="12700">
            <a:solidFill>
              <a:srgbClr val="8D97A6"/>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8"/>
          <p:cNvSpPr/>
          <p:nvPr/>
        </p:nvSpPr>
        <p:spPr>
          <a:xfrm>
            <a:off x="9235837" y="1924686"/>
            <a:ext cx="165060" cy="165060"/>
          </a:xfrm>
          <a:prstGeom prst="roundRect">
            <a:avLst>
              <a:gd fmla="val 11541" name="adj"/>
            </a:avLst>
          </a:prstGeom>
          <a:noFill/>
          <a:ln cap="flat" cmpd="sng" w="12700">
            <a:solidFill>
              <a:srgbClr val="8D97A6"/>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8"/>
          <p:cNvSpPr/>
          <p:nvPr/>
        </p:nvSpPr>
        <p:spPr>
          <a:xfrm>
            <a:off x="9458008" y="1924686"/>
            <a:ext cx="165060" cy="165060"/>
          </a:xfrm>
          <a:prstGeom prst="roundRect">
            <a:avLst>
              <a:gd fmla="val 11541" name="adj"/>
            </a:avLst>
          </a:prstGeom>
          <a:noFill/>
          <a:ln cap="flat" cmpd="sng" w="12700">
            <a:solidFill>
              <a:srgbClr val="8D97A6"/>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8"/>
          <p:cNvSpPr/>
          <p:nvPr/>
        </p:nvSpPr>
        <p:spPr>
          <a:xfrm>
            <a:off x="9680178" y="1924686"/>
            <a:ext cx="165060" cy="165060"/>
          </a:xfrm>
          <a:prstGeom prst="roundRect">
            <a:avLst>
              <a:gd fmla="val 11541" name="adj"/>
            </a:avLst>
          </a:prstGeom>
          <a:noFill/>
          <a:ln cap="flat" cmpd="sng" w="12700">
            <a:solidFill>
              <a:srgbClr val="8D97A6"/>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8"/>
          <p:cNvSpPr/>
          <p:nvPr/>
        </p:nvSpPr>
        <p:spPr>
          <a:xfrm>
            <a:off x="9902349" y="1924686"/>
            <a:ext cx="165060" cy="165060"/>
          </a:xfrm>
          <a:prstGeom prst="roundRect">
            <a:avLst>
              <a:gd fmla="val 11541" name="adj"/>
            </a:avLst>
          </a:prstGeom>
          <a:noFill/>
          <a:ln cap="flat" cmpd="sng" w="12700">
            <a:solidFill>
              <a:srgbClr val="8D97A6"/>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8"/>
          <p:cNvSpPr/>
          <p:nvPr/>
        </p:nvSpPr>
        <p:spPr>
          <a:xfrm>
            <a:off x="10124520" y="1924686"/>
            <a:ext cx="165060" cy="165060"/>
          </a:xfrm>
          <a:prstGeom prst="roundRect">
            <a:avLst>
              <a:gd fmla="val 11541" name="adj"/>
            </a:avLst>
          </a:prstGeom>
          <a:noFill/>
          <a:ln cap="flat" cmpd="sng" w="12700">
            <a:solidFill>
              <a:srgbClr val="8D97A6"/>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8"/>
          <p:cNvSpPr/>
          <p:nvPr/>
        </p:nvSpPr>
        <p:spPr>
          <a:xfrm>
            <a:off x="8118634" y="2140508"/>
            <a:ext cx="177760" cy="177760"/>
          </a:xfrm>
          <a:prstGeom prst="roundRect">
            <a:avLst>
              <a:gd fmla="val 14289" name="adj"/>
            </a:avLst>
          </a:prstGeom>
          <a:solidFill>
            <a:srgbClr val="2B5C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8"/>
          <p:cNvSpPr/>
          <p:nvPr/>
        </p:nvSpPr>
        <p:spPr>
          <a:xfrm>
            <a:off x="8340805" y="2140508"/>
            <a:ext cx="177760" cy="177760"/>
          </a:xfrm>
          <a:prstGeom prst="roundRect">
            <a:avLst>
              <a:gd fmla="val 14289" name="adj"/>
            </a:avLst>
          </a:prstGeom>
          <a:solidFill>
            <a:srgbClr val="2B5C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8"/>
          <p:cNvSpPr/>
          <p:nvPr/>
        </p:nvSpPr>
        <p:spPr>
          <a:xfrm>
            <a:off x="8562975" y="2140508"/>
            <a:ext cx="177760" cy="177760"/>
          </a:xfrm>
          <a:prstGeom prst="roundRect">
            <a:avLst>
              <a:gd fmla="val 14289" name="adj"/>
            </a:avLst>
          </a:prstGeom>
          <a:solidFill>
            <a:srgbClr val="2B5C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8"/>
          <p:cNvSpPr/>
          <p:nvPr/>
        </p:nvSpPr>
        <p:spPr>
          <a:xfrm>
            <a:off x="8785146" y="2140508"/>
            <a:ext cx="177760" cy="177760"/>
          </a:xfrm>
          <a:prstGeom prst="roundRect">
            <a:avLst>
              <a:gd fmla="val 14289" name="adj"/>
            </a:avLst>
          </a:prstGeom>
          <a:solidFill>
            <a:srgbClr val="2B5C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8"/>
          <p:cNvSpPr/>
          <p:nvPr/>
        </p:nvSpPr>
        <p:spPr>
          <a:xfrm>
            <a:off x="9007317" y="2140508"/>
            <a:ext cx="177760" cy="177760"/>
          </a:xfrm>
          <a:prstGeom prst="roundRect">
            <a:avLst>
              <a:gd fmla="val 14289" name="adj"/>
            </a:avLst>
          </a:prstGeom>
          <a:solidFill>
            <a:srgbClr val="2B5C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8"/>
          <p:cNvSpPr/>
          <p:nvPr/>
        </p:nvSpPr>
        <p:spPr>
          <a:xfrm>
            <a:off x="9229487" y="2140508"/>
            <a:ext cx="177760" cy="177760"/>
          </a:xfrm>
          <a:prstGeom prst="roundRect">
            <a:avLst>
              <a:gd fmla="val 14289" name="adj"/>
            </a:avLst>
          </a:prstGeom>
          <a:solidFill>
            <a:srgbClr val="2B5C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8"/>
          <p:cNvSpPr/>
          <p:nvPr/>
        </p:nvSpPr>
        <p:spPr>
          <a:xfrm>
            <a:off x="9451658" y="2140508"/>
            <a:ext cx="177760" cy="177760"/>
          </a:xfrm>
          <a:prstGeom prst="roundRect">
            <a:avLst>
              <a:gd fmla="val 14289" name="adj"/>
            </a:avLst>
          </a:prstGeom>
          <a:solidFill>
            <a:srgbClr val="2B5C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8"/>
          <p:cNvSpPr/>
          <p:nvPr/>
        </p:nvSpPr>
        <p:spPr>
          <a:xfrm>
            <a:off x="9673828" y="2140508"/>
            <a:ext cx="177760" cy="177760"/>
          </a:xfrm>
          <a:prstGeom prst="roundRect">
            <a:avLst>
              <a:gd fmla="val 14289" name="adj"/>
            </a:avLst>
          </a:prstGeom>
          <a:solidFill>
            <a:srgbClr val="2B5C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8"/>
          <p:cNvSpPr/>
          <p:nvPr/>
        </p:nvSpPr>
        <p:spPr>
          <a:xfrm>
            <a:off x="9895999" y="2140508"/>
            <a:ext cx="177760" cy="177760"/>
          </a:xfrm>
          <a:prstGeom prst="roundRect">
            <a:avLst>
              <a:gd fmla="val 14289" name="adj"/>
            </a:avLst>
          </a:prstGeom>
          <a:solidFill>
            <a:srgbClr val="2B5C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8"/>
          <p:cNvSpPr/>
          <p:nvPr/>
        </p:nvSpPr>
        <p:spPr>
          <a:xfrm>
            <a:off x="10118170" y="2140508"/>
            <a:ext cx="177760" cy="177760"/>
          </a:xfrm>
          <a:prstGeom prst="roundRect">
            <a:avLst>
              <a:gd fmla="val 14289" name="adj"/>
            </a:avLst>
          </a:prstGeom>
          <a:solidFill>
            <a:srgbClr val="2B5C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8"/>
          <p:cNvSpPr/>
          <p:nvPr/>
        </p:nvSpPr>
        <p:spPr>
          <a:xfrm>
            <a:off x="8118634" y="2397683"/>
            <a:ext cx="3193644" cy="454739"/>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1B2A41"/>
              </a:buClr>
              <a:buSzPts val="1300"/>
              <a:buFont typeface="IBM Plex Sans"/>
              <a:buNone/>
            </a:pPr>
            <a:r>
              <a:rPr b="0" i="0" lang="en-US" sz="1300" u="none" cap="none" strike="noStrike">
                <a:solidFill>
                  <a:srgbClr val="1B2A41"/>
                </a:solidFill>
                <a:latin typeface="IBM Plex Sans"/>
                <a:ea typeface="IBM Plex Sans"/>
                <a:cs typeface="IBM Plex Sans"/>
                <a:sym typeface="IBM Plex Sans"/>
              </a:rPr>
              <a:t>Dos entornos iguales; el tráfico pasa al nuevo ya probado.</a:t>
            </a:r>
            <a:endParaRPr b="0" i="0" sz="1300" u="none" cap="none" strike="noStrike">
              <a:solidFill>
                <a:schemeClr val="dk1"/>
              </a:solidFill>
              <a:latin typeface="IBM Plex Sans"/>
              <a:ea typeface="IBM Plex Sans"/>
              <a:cs typeface="IBM Plex Sans"/>
              <a:sym typeface="IBM Plex Sans"/>
            </a:endParaRPr>
          </a:p>
        </p:txBody>
      </p:sp>
      <p:sp>
        <p:nvSpPr>
          <p:cNvPr id="167" name="Google Shape;167;p8"/>
          <p:cNvSpPr/>
          <p:nvPr/>
        </p:nvSpPr>
        <p:spPr>
          <a:xfrm>
            <a:off x="8118634" y="2903221"/>
            <a:ext cx="3193644" cy="2387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B5C9E"/>
              </a:buClr>
              <a:buSzPts val="1200"/>
              <a:buFont typeface="JetBrains Mono"/>
              <a:buNone/>
            </a:pPr>
            <a:r>
              <a:rPr b="0" i="0" lang="en-US" sz="1200" u="none" cap="none" strike="noStrike">
                <a:solidFill>
                  <a:srgbClr val="2B5C9E"/>
                </a:solidFill>
                <a:latin typeface="JetBrains Mono"/>
                <a:ea typeface="JetBrains Mono"/>
                <a:cs typeface="JetBrains Mono"/>
                <a:sym typeface="JetBrains Mono"/>
              </a:rPr>
              <a:t>Argo Rollouts</a:t>
            </a:r>
            <a:endParaRPr b="0" i="0" sz="1200" u="none" cap="none" strike="noStrike">
              <a:solidFill>
                <a:schemeClr val="dk1"/>
              </a:solidFill>
              <a:latin typeface="IBM Plex Sans"/>
              <a:ea typeface="IBM Plex Sans"/>
              <a:cs typeface="IBM Plex Sans"/>
              <a:sym typeface="IBM Plex Sans"/>
            </a:endParaRPr>
          </a:p>
        </p:txBody>
      </p:sp>
      <p:sp>
        <p:nvSpPr>
          <p:cNvPr id="168" name="Google Shape;168;p8"/>
          <p:cNvSpPr/>
          <p:nvPr/>
        </p:nvSpPr>
        <p:spPr>
          <a:xfrm>
            <a:off x="819071" y="3435350"/>
            <a:ext cx="3407847" cy="1905040"/>
          </a:xfrm>
          <a:prstGeom prst="roundRect">
            <a:avLst>
              <a:gd fmla="val 2333" name="adj"/>
            </a:avLst>
          </a:prstGeom>
          <a:solidFill>
            <a:srgbClr val="FCFBF8"/>
          </a:solidFill>
          <a:ln cap="flat" cmpd="sng" w="12700">
            <a:solidFill>
              <a:srgbClr val="CFCAB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8"/>
          <p:cNvSpPr/>
          <p:nvPr/>
        </p:nvSpPr>
        <p:spPr>
          <a:xfrm>
            <a:off x="972741" y="3589021"/>
            <a:ext cx="3193522" cy="3454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B2A41"/>
              </a:buClr>
              <a:buSzPts val="1800"/>
              <a:buFont typeface="IBM Plex Sans"/>
              <a:buNone/>
            </a:pPr>
            <a:r>
              <a:rPr b="1" i="0" lang="en-US" sz="1800" u="none" cap="none" strike="noStrike">
                <a:solidFill>
                  <a:srgbClr val="1B2A41"/>
                </a:solidFill>
                <a:latin typeface="IBM Plex Sans"/>
                <a:ea typeface="IBM Plex Sans"/>
                <a:cs typeface="IBM Plex Sans"/>
                <a:sym typeface="IBM Plex Sans"/>
              </a:rPr>
              <a:t>Canary</a:t>
            </a:r>
            <a:endParaRPr b="0" i="0" sz="1800" u="none" cap="none" strike="noStrike">
              <a:solidFill>
                <a:schemeClr val="dk1"/>
              </a:solidFill>
              <a:latin typeface="IBM Plex Sans"/>
              <a:ea typeface="IBM Plex Sans"/>
              <a:cs typeface="IBM Plex Sans"/>
              <a:sym typeface="IBM Plex Sans"/>
            </a:endParaRPr>
          </a:p>
        </p:txBody>
      </p:sp>
      <p:sp>
        <p:nvSpPr>
          <p:cNvPr id="170" name="Google Shape;170;p8"/>
          <p:cNvSpPr/>
          <p:nvPr/>
        </p:nvSpPr>
        <p:spPr>
          <a:xfrm>
            <a:off x="972741" y="4099561"/>
            <a:ext cx="177760" cy="177760"/>
          </a:xfrm>
          <a:prstGeom prst="roundRect">
            <a:avLst>
              <a:gd fmla="val 14289" name="adj"/>
            </a:avLst>
          </a:prstGeom>
          <a:solidFill>
            <a:srgbClr val="8D97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8"/>
          <p:cNvSpPr/>
          <p:nvPr/>
        </p:nvSpPr>
        <p:spPr>
          <a:xfrm>
            <a:off x="1194911" y="4099561"/>
            <a:ext cx="177760" cy="177760"/>
          </a:xfrm>
          <a:prstGeom prst="roundRect">
            <a:avLst>
              <a:gd fmla="val 14289" name="adj"/>
            </a:avLst>
          </a:prstGeom>
          <a:solidFill>
            <a:srgbClr val="8D97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8"/>
          <p:cNvSpPr/>
          <p:nvPr/>
        </p:nvSpPr>
        <p:spPr>
          <a:xfrm>
            <a:off x="1417082" y="4099561"/>
            <a:ext cx="177760" cy="177760"/>
          </a:xfrm>
          <a:prstGeom prst="roundRect">
            <a:avLst>
              <a:gd fmla="val 14289" name="adj"/>
            </a:avLst>
          </a:prstGeom>
          <a:solidFill>
            <a:srgbClr val="8D97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8"/>
          <p:cNvSpPr/>
          <p:nvPr/>
        </p:nvSpPr>
        <p:spPr>
          <a:xfrm>
            <a:off x="1639253" y="4099561"/>
            <a:ext cx="177760" cy="177760"/>
          </a:xfrm>
          <a:prstGeom prst="roundRect">
            <a:avLst>
              <a:gd fmla="val 14289" name="adj"/>
            </a:avLst>
          </a:prstGeom>
          <a:solidFill>
            <a:srgbClr val="8D97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8"/>
          <p:cNvSpPr/>
          <p:nvPr/>
        </p:nvSpPr>
        <p:spPr>
          <a:xfrm>
            <a:off x="1861423" y="4099561"/>
            <a:ext cx="177760" cy="177760"/>
          </a:xfrm>
          <a:prstGeom prst="roundRect">
            <a:avLst>
              <a:gd fmla="val 14289" name="adj"/>
            </a:avLst>
          </a:prstGeom>
          <a:solidFill>
            <a:srgbClr val="8D97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8"/>
          <p:cNvSpPr/>
          <p:nvPr/>
        </p:nvSpPr>
        <p:spPr>
          <a:xfrm>
            <a:off x="2083594" y="4099561"/>
            <a:ext cx="177760" cy="177760"/>
          </a:xfrm>
          <a:prstGeom prst="roundRect">
            <a:avLst>
              <a:gd fmla="val 14289" name="adj"/>
            </a:avLst>
          </a:prstGeom>
          <a:solidFill>
            <a:srgbClr val="8D97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8"/>
          <p:cNvSpPr/>
          <p:nvPr/>
        </p:nvSpPr>
        <p:spPr>
          <a:xfrm>
            <a:off x="2305764" y="4099561"/>
            <a:ext cx="177760" cy="177760"/>
          </a:xfrm>
          <a:prstGeom prst="roundRect">
            <a:avLst>
              <a:gd fmla="val 14289" name="adj"/>
            </a:avLst>
          </a:prstGeom>
          <a:solidFill>
            <a:srgbClr val="8D97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8"/>
          <p:cNvSpPr/>
          <p:nvPr/>
        </p:nvSpPr>
        <p:spPr>
          <a:xfrm>
            <a:off x="2527935" y="4099561"/>
            <a:ext cx="177760" cy="177760"/>
          </a:xfrm>
          <a:prstGeom prst="roundRect">
            <a:avLst>
              <a:gd fmla="val 14289" name="adj"/>
            </a:avLst>
          </a:prstGeom>
          <a:solidFill>
            <a:srgbClr val="8D97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8"/>
          <p:cNvSpPr/>
          <p:nvPr/>
        </p:nvSpPr>
        <p:spPr>
          <a:xfrm>
            <a:off x="2750106" y="4099561"/>
            <a:ext cx="177760" cy="177760"/>
          </a:xfrm>
          <a:prstGeom prst="roundRect">
            <a:avLst>
              <a:gd fmla="val 14289" name="adj"/>
            </a:avLst>
          </a:prstGeom>
          <a:solidFill>
            <a:srgbClr val="8D97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8"/>
          <p:cNvSpPr/>
          <p:nvPr/>
        </p:nvSpPr>
        <p:spPr>
          <a:xfrm>
            <a:off x="2972276" y="4099561"/>
            <a:ext cx="177760" cy="177760"/>
          </a:xfrm>
          <a:prstGeom prst="roundRect">
            <a:avLst>
              <a:gd fmla="val 14289" name="adj"/>
            </a:avLst>
          </a:prstGeom>
          <a:solidFill>
            <a:srgbClr val="2B5C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8"/>
          <p:cNvSpPr/>
          <p:nvPr/>
        </p:nvSpPr>
        <p:spPr>
          <a:xfrm>
            <a:off x="972741" y="4467820"/>
            <a:ext cx="3193522" cy="454739"/>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1B2A41"/>
              </a:buClr>
              <a:buSzPts val="1300"/>
              <a:buFont typeface="IBM Plex Sans"/>
              <a:buNone/>
            </a:pPr>
            <a:r>
              <a:rPr b="0" i="0" lang="en-US" sz="1300" u="none" cap="none" strike="noStrike">
                <a:solidFill>
                  <a:srgbClr val="1B2A41"/>
                </a:solidFill>
                <a:latin typeface="IBM Plex Sans"/>
                <a:ea typeface="IBM Plex Sans"/>
                <a:cs typeface="IBM Plex Sans"/>
                <a:sym typeface="IBM Plex Sans"/>
              </a:rPr>
              <a:t>Primero lo usa un grupo chico de usuarios; después, más.</a:t>
            </a:r>
            <a:endParaRPr b="0" i="0" sz="1300" u="none" cap="none" strike="noStrike">
              <a:solidFill>
                <a:schemeClr val="dk1"/>
              </a:solidFill>
              <a:latin typeface="IBM Plex Sans"/>
              <a:ea typeface="IBM Plex Sans"/>
              <a:cs typeface="IBM Plex Sans"/>
              <a:sym typeface="IBM Plex Sans"/>
            </a:endParaRPr>
          </a:p>
        </p:txBody>
      </p:sp>
      <p:sp>
        <p:nvSpPr>
          <p:cNvPr id="181" name="Google Shape;181;p8"/>
          <p:cNvSpPr/>
          <p:nvPr/>
        </p:nvSpPr>
        <p:spPr>
          <a:xfrm>
            <a:off x="972741" y="4973362"/>
            <a:ext cx="3193522" cy="2387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B5C9E"/>
              </a:buClr>
              <a:buSzPts val="1200"/>
              <a:buFont typeface="JetBrains Mono"/>
              <a:buNone/>
            </a:pPr>
            <a:r>
              <a:rPr b="0" i="0" lang="en-US" sz="1200" u="none" cap="none" strike="noStrike">
                <a:solidFill>
                  <a:srgbClr val="2B5C9E"/>
                </a:solidFill>
                <a:latin typeface="JetBrains Mono"/>
                <a:ea typeface="JetBrains Mono"/>
                <a:cs typeface="JetBrains Mono"/>
                <a:sym typeface="JetBrains Mono"/>
              </a:rPr>
              <a:t>KServe · Argo Rollouts</a:t>
            </a:r>
            <a:endParaRPr b="0" i="0" sz="1200" u="none" cap="none" strike="noStrike">
              <a:solidFill>
                <a:schemeClr val="dk1"/>
              </a:solidFill>
              <a:latin typeface="IBM Plex Sans"/>
              <a:ea typeface="IBM Plex Sans"/>
              <a:cs typeface="IBM Plex Sans"/>
              <a:sym typeface="IBM Plex Sans"/>
            </a:endParaRPr>
          </a:p>
        </p:txBody>
      </p:sp>
      <p:sp>
        <p:nvSpPr>
          <p:cNvPr id="182" name="Google Shape;182;p8"/>
          <p:cNvSpPr/>
          <p:nvPr/>
        </p:nvSpPr>
        <p:spPr>
          <a:xfrm>
            <a:off x="4392017" y="3435350"/>
            <a:ext cx="3407847" cy="1905040"/>
          </a:xfrm>
          <a:prstGeom prst="roundRect">
            <a:avLst>
              <a:gd fmla="val 2333" name="adj"/>
            </a:avLst>
          </a:prstGeom>
          <a:solidFill>
            <a:srgbClr val="FCFBF8"/>
          </a:solidFill>
          <a:ln cap="flat" cmpd="sng" w="12700">
            <a:solidFill>
              <a:srgbClr val="CFCAB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8"/>
          <p:cNvSpPr/>
          <p:nvPr/>
        </p:nvSpPr>
        <p:spPr>
          <a:xfrm>
            <a:off x="4545687" y="3589021"/>
            <a:ext cx="3193522" cy="3454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B2A41"/>
              </a:buClr>
              <a:buSzPts val="1800"/>
              <a:buFont typeface="IBM Plex Sans"/>
              <a:buNone/>
            </a:pPr>
            <a:r>
              <a:rPr b="1" i="0" lang="en-US" sz="1800" u="none" cap="none" strike="noStrike">
                <a:solidFill>
                  <a:srgbClr val="1B2A41"/>
                </a:solidFill>
                <a:latin typeface="IBM Plex Sans"/>
                <a:ea typeface="IBM Plex Sans"/>
                <a:cs typeface="IBM Plex Sans"/>
                <a:sym typeface="IBM Plex Sans"/>
              </a:rPr>
              <a:t>A/B testing</a:t>
            </a:r>
            <a:endParaRPr b="0" i="0" sz="1800" u="none" cap="none" strike="noStrike">
              <a:solidFill>
                <a:schemeClr val="dk1"/>
              </a:solidFill>
              <a:latin typeface="IBM Plex Sans"/>
              <a:ea typeface="IBM Plex Sans"/>
              <a:cs typeface="IBM Plex Sans"/>
              <a:sym typeface="IBM Plex Sans"/>
            </a:endParaRPr>
          </a:p>
        </p:txBody>
      </p:sp>
      <p:sp>
        <p:nvSpPr>
          <p:cNvPr id="184" name="Google Shape;184;p8"/>
          <p:cNvSpPr/>
          <p:nvPr/>
        </p:nvSpPr>
        <p:spPr>
          <a:xfrm>
            <a:off x="4545687" y="4099561"/>
            <a:ext cx="177760" cy="177760"/>
          </a:xfrm>
          <a:prstGeom prst="roundRect">
            <a:avLst>
              <a:gd fmla="val 14289" name="adj"/>
            </a:avLst>
          </a:prstGeom>
          <a:solidFill>
            <a:srgbClr val="8D97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8"/>
          <p:cNvSpPr/>
          <p:nvPr/>
        </p:nvSpPr>
        <p:spPr>
          <a:xfrm>
            <a:off x="4767858" y="4099561"/>
            <a:ext cx="177760" cy="177760"/>
          </a:xfrm>
          <a:prstGeom prst="roundRect">
            <a:avLst>
              <a:gd fmla="val 14289" name="adj"/>
            </a:avLst>
          </a:prstGeom>
          <a:solidFill>
            <a:srgbClr val="8D97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8"/>
          <p:cNvSpPr/>
          <p:nvPr/>
        </p:nvSpPr>
        <p:spPr>
          <a:xfrm>
            <a:off x="4990029" y="4099561"/>
            <a:ext cx="177760" cy="177760"/>
          </a:xfrm>
          <a:prstGeom prst="roundRect">
            <a:avLst>
              <a:gd fmla="val 14289" name="adj"/>
            </a:avLst>
          </a:prstGeom>
          <a:solidFill>
            <a:srgbClr val="8D97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8"/>
          <p:cNvSpPr/>
          <p:nvPr/>
        </p:nvSpPr>
        <p:spPr>
          <a:xfrm>
            <a:off x="5212199" y="4099561"/>
            <a:ext cx="177760" cy="177760"/>
          </a:xfrm>
          <a:prstGeom prst="roundRect">
            <a:avLst>
              <a:gd fmla="val 14289" name="adj"/>
            </a:avLst>
          </a:prstGeom>
          <a:solidFill>
            <a:srgbClr val="8D97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8"/>
          <p:cNvSpPr/>
          <p:nvPr/>
        </p:nvSpPr>
        <p:spPr>
          <a:xfrm>
            <a:off x="5434370" y="4099561"/>
            <a:ext cx="177760" cy="177760"/>
          </a:xfrm>
          <a:prstGeom prst="roundRect">
            <a:avLst>
              <a:gd fmla="val 14289" name="adj"/>
            </a:avLst>
          </a:prstGeom>
          <a:solidFill>
            <a:srgbClr val="8D97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8"/>
          <p:cNvSpPr/>
          <p:nvPr/>
        </p:nvSpPr>
        <p:spPr>
          <a:xfrm>
            <a:off x="5656540" y="4099561"/>
            <a:ext cx="177760" cy="177760"/>
          </a:xfrm>
          <a:prstGeom prst="roundRect">
            <a:avLst>
              <a:gd fmla="val 14289" name="adj"/>
            </a:avLst>
          </a:prstGeom>
          <a:solidFill>
            <a:srgbClr val="2B5C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8"/>
          <p:cNvSpPr/>
          <p:nvPr/>
        </p:nvSpPr>
        <p:spPr>
          <a:xfrm>
            <a:off x="5878711" y="4099561"/>
            <a:ext cx="177760" cy="177760"/>
          </a:xfrm>
          <a:prstGeom prst="roundRect">
            <a:avLst>
              <a:gd fmla="val 14289" name="adj"/>
            </a:avLst>
          </a:prstGeom>
          <a:solidFill>
            <a:srgbClr val="2B5C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8"/>
          <p:cNvSpPr/>
          <p:nvPr/>
        </p:nvSpPr>
        <p:spPr>
          <a:xfrm>
            <a:off x="6100882" y="4099561"/>
            <a:ext cx="177760" cy="177760"/>
          </a:xfrm>
          <a:prstGeom prst="roundRect">
            <a:avLst>
              <a:gd fmla="val 14289" name="adj"/>
            </a:avLst>
          </a:prstGeom>
          <a:solidFill>
            <a:srgbClr val="2B5C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8"/>
          <p:cNvSpPr/>
          <p:nvPr/>
        </p:nvSpPr>
        <p:spPr>
          <a:xfrm>
            <a:off x="6323052" y="4099561"/>
            <a:ext cx="177760" cy="177760"/>
          </a:xfrm>
          <a:prstGeom prst="roundRect">
            <a:avLst>
              <a:gd fmla="val 14289" name="adj"/>
            </a:avLst>
          </a:prstGeom>
          <a:solidFill>
            <a:srgbClr val="2B5C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8"/>
          <p:cNvSpPr/>
          <p:nvPr/>
        </p:nvSpPr>
        <p:spPr>
          <a:xfrm>
            <a:off x="6545223" y="4099561"/>
            <a:ext cx="177760" cy="177760"/>
          </a:xfrm>
          <a:prstGeom prst="roundRect">
            <a:avLst>
              <a:gd fmla="val 14289" name="adj"/>
            </a:avLst>
          </a:prstGeom>
          <a:solidFill>
            <a:srgbClr val="2B5C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8"/>
          <p:cNvSpPr/>
          <p:nvPr/>
        </p:nvSpPr>
        <p:spPr>
          <a:xfrm>
            <a:off x="4545687" y="4467820"/>
            <a:ext cx="3193522" cy="454739"/>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1B2A41"/>
              </a:buClr>
              <a:buSzPts val="1300"/>
              <a:buFont typeface="IBM Plex Sans"/>
              <a:buNone/>
            </a:pPr>
            <a:r>
              <a:rPr b="0" i="0" lang="en-US" sz="1300" u="none" cap="none" strike="noStrike">
                <a:solidFill>
                  <a:srgbClr val="1B2A41"/>
                </a:solidFill>
                <a:latin typeface="IBM Plex Sans"/>
                <a:ea typeface="IBM Plex Sans"/>
                <a:cs typeface="IBM Plex Sans"/>
                <a:sym typeface="IBM Plex Sans"/>
              </a:rPr>
              <a:t>Dos versiones en paralelo, comparadas por resultado de negocio.</a:t>
            </a:r>
            <a:endParaRPr b="0" i="0" sz="1300" u="none" cap="none" strike="noStrike">
              <a:solidFill>
                <a:schemeClr val="dk1"/>
              </a:solidFill>
              <a:latin typeface="IBM Plex Sans"/>
              <a:ea typeface="IBM Plex Sans"/>
              <a:cs typeface="IBM Plex Sans"/>
              <a:sym typeface="IBM Plex Sans"/>
            </a:endParaRPr>
          </a:p>
        </p:txBody>
      </p:sp>
      <p:sp>
        <p:nvSpPr>
          <p:cNvPr id="195" name="Google Shape;195;p8"/>
          <p:cNvSpPr/>
          <p:nvPr/>
        </p:nvSpPr>
        <p:spPr>
          <a:xfrm>
            <a:off x="4545687" y="4973362"/>
            <a:ext cx="3193522" cy="2387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B5C9E"/>
              </a:buClr>
              <a:buSzPts val="1200"/>
              <a:buFont typeface="JetBrains Mono"/>
              <a:buNone/>
            </a:pPr>
            <a:r>
              <a:rPr b="0" i="0" lang="en-US" sz="1200" u="none" cap="none" strike="noStrike">
                <a:solidFill>
                  <a:srgbClr val="2B5C9E"/>
                </a:solidFill>
                <a:latin typeface="JetBrains Mono"/>
                <a:ea typeface="JetBrains Mono"/>
                <a:cs typeface="JetBrains Mono"/>
                <a:sym typeface="JetBrains Mono"/>
              </a:rPr>
              <a:t>SageMaker · Argo Rollouts</a:t>
            </a:r>
            <a:endParaRPr b="0" i="0" sz="1200" u="none" cap="none" strike="noStrike">
              <a:solidFill>
                <a:schemeClr val="dk1"/>
              </a:solidFill>
              <a:latin typeface="IBM Plex Sans"/>
              <a:ea typeface="IBM Plex Sans"/>
              <a:cs typeface="IBM Plex Sans"/>
              <a:sym typeface="IBM Plex Sans"/>
            </a:endParaRPr>
          </a:p>
        </p:txBody>
      </p:sp>
      <p:sp>
        <p:nvSpPr>
          <p:cNvPr id="196" name="Google Shape;196;p8"/>
          <p:cNvSpPr/>
          <p:nvPr/>
        </p:nvSpPr>
        <p:spPr>
          <a:xfrm>
            <a:off x="7964964" y="3435350"/>
            <a:ext cx="3407966" cy="1905040"/>
          </a:xfrm>
          <a:prstGeom prst="roundRect">
            <a:avLst>
              <a:gd fmla="val 2333" name="adj"/>
            </a:avLst>
          </a:prstGeom>
          <a:solidFill>
            <a:srgbClr val="FCFBF8"/>
          </a:solidFill>
          <a:ln cap="flat" cmpd="sng" w="12700">
            <a:solidFill>
              <a:srgbClr val="CFCAB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8"/>
          <p:cNvSpPr/>
          <p:nvPr/>
        </p:nvSpPr>
        <p:spPr>
          <a:xfrm>
            <a:off x="8118634" y="3589021"/>
            <a:ext cx="3193644" cy="3454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B2A41"/>
              </a:buClr>
              <a:buSzPts val="1800"/>
              <a:buFont typeface="IBM Plex Sans"/>
              <a:buNone/>
            </a:pPr>
            <a:r>
              <a:rPr b="1" i="0" lang="en-US" sz="1800" u="none" cap="none" strike="noStrike">
                <a:solidFill>
                  <a:srgbClr val="1B2A41"/>
                </a:solidFill>
                <a:latin typeface="IBM Plex Sans"/>
                <a:ea typeface="IBM Plex Sans"/>
                <a:cs typeface="IBM Plex Sans"/>
                <a:sym typeface="IBM Plex Sans"/>
              </a:rPr>
              <a:t>Shadow (sombra)</a:t>
            </a:r>
            <a:endParaRPr b="0" i="0" sz="1800" u="none" cap="none" strike="noStrike">
              <a:solidFill>
                <a:schemeClr val="dk1"/>
              </a:solidFill>
              <a:latin typeface="IBM Plex Sans"/>
              <a:ea typeface="IBM Plex Sans"/>
              <a:cs typeface="IBM Plex Sans"/>
              <a:sym typeface="IBM Plex Sans"/>
            </a:endParaRPr>
          </a:p>
        </p:txBody>
      </p:sp>
      <p:sp>
        <p:nvSpPr>
          <p:cNvPr id="198" name="Google Shape;198;p8"/>
          <p:cNvSpPr/>
          <p:nvPr/>
        </p:nvSpPr>
        <p:spPr>
          <a:xfrm>
            <a:off x="8118634" y="3988476"/>
            <a:ext cx="177760" cy="177760"/>
          </a:xfrm>
          <a:prstGeom prst="roundRect">
            <a:avLst>
              <a:gd fmla="val 14289" name="adj"/>
            </a:avLst>
          </a:prstGeom>
          <a:solidFill>
            <a:srgbClr val="8D97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8"/>
          <p:cNvSpPr/>
          <p:nvPr/>
        </p:nvSpPr>
        <p:spPr>
          <a:xfrm>
            <a:off x="8340805" y="3988476"/>
            <a:ext cx="177760" cy="177760"/>
          </a:xfrm>
          <a:prstGeom prst="roundRect">
            <a:avLst>
              <a:gd fmla="val 14289" name="adj"/>
            </a:avLst>
          </a:prstGeom>
          <a:solidFill>
            <a:srgbClr val="8D97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8"/>
          <p:cNvSpPr/>
          <p:nvPr/>
        </p:nvSpPr>
        <p:spPr>
          <a:xfrm>
            <a:off x="8562975" y="3988476"/>
            <a:ext cx="177760" cy="177760"/>
          </a:xfrm>
          <a:prstGeom prst="roundRect">
            <a:avLst>
              <a:gd fmla="val 14289" name="adj"/>
            </a:avLst>
          </a:prstGeom>
          <a:solidFill>
            <a:srgbClr val="8D97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8"/>
          <p:cNvSpPr/>
          <p:nvPr/>
        </p:nvSpPr>
        <p:spPr>
          <a:xfrm>
            <a:off x="8785146" y="3988476"/>
            <a:ext cx="177760" cy="177760"/>
          </a:xfrm>
          <a:prstGeom prst="roundRect">
            <a:avLst>
              <a:gd fmla="val 14289" name="adj"/>
            </a:avLst>
          </a:prstGeom>
          <a:solidFill>
            <a:srgbClr val="8D97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8"/>
          <p:cNvSpPr/>
          <p:nvPr/>
        </p:nvSpPr>
        <p:spPr>
          <a:xfrm>
            <a:off x="9007317" y="3988476"/>
            <a:ext cx="177760" cy="177760"/>
          </a:xfrm>
          <a:prstGeom prst="roundRect">
            <a:avLst>
              <a:gd fmla="val 14289" name="adj"/>
            </a:avLst>
          </a:prstGeom>
          <a:solidFill>
            <a:srgbClr val="8D97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8"/>
          <p:cNvSpPr/>
          <p:nvPr/>
        </p:nvSpPr>
        <p:spPr>
          <a:xfrm>
            <a:off x="9229487" y="3988476"/>
            <a:ext cx="177760" cy="177760"/>
          </a:xfrm>
          <a:prstGeom prst="roundRect">
            <a:avLst>
              <a:gd fmla="val 14289" name="adj"/>
            </a:avLst>
          </a:prstGeom>
          <a:solidFill>
            <a:srgbClr val="8D97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8"/>
          <p:cNvSpPr/>
          <p:nvPr/>
        </p:nvSpPr>
        <p:spPr>
          <a:xfrm>
            <a:off x="9451658" y="3988476"/>
            <a:ext cx="177760" cy="177760"/>
          </a:xfrm>
          <a:prstGeom prst="roundRect">
            <a:avLst>
              <a:gd fmla="val 14289" name="adj"/>
            </a:avLst>
          </a:prstGeom>
          <a:solidFill>
            <a:srgbClr val="8D97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8"/>
          <p:cNvSpPr/>
          <p:nvPr/>
        </p:nvSpPr>
        <p:spPr>
          <a:xfrm>
            <a:off x="9673828" y="3988476"/>
            <a:ext cx="177760" cy="177760"/>
          </a:xfrm>
          <a:prstGeom prst="roundRect">
            <a:avLst>
              <a:gd fmla="val 14289" name="adj"/>
            </a:avLst>
          </a:prstGeom>
          <a:solidFill>
            <a:srgbClr val="8D97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8"/>
          <p:cNvSpPr/>
          <p:nvPr/>
        </p:nvSpPr>
        <p:spPr>
          <a:xfrm>
            <a:off x="9895999" y="3988476"/>
            <a:ext cx="177760" cy="177760"/>
          </a:xfrm>
          <a:prstGeom prst="roundRect">
            <a:avLst>
              <a:gd fmla="val 14289" name="adj"/>
            </a:avLst>
          </a:prstGeom>
          <a:solidFill>
            <a:srgbClr val="8D97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8"/>
          <p:cNvSpPr/>
          <p:nvPr/>
        </p:nvSpPr>
        <p:spPr>
          <a:xfrm>
            <a:off x="10118170" y="3988476"/>
            <a:ext cx="177760" cy="177760"/>
          </a:xfrm>
          <a:prstGeom prst="roundRect">
            <a:avLst>
              <a:gd fmla="val 14289" name="adj"/>
            </a:avLst>
          </a:prstGeom>
          <a:solidFill>
            <a:srgbClr val="8D97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8"/>
          <p:cNvSpPr/>
          <p:nvPr/>
        </p:nvSpPr>
        <p:spPr>
          <a:xfrm>
            <a:off x="8124984" y="4216995"/>
            <a:ext cx="165060" cy="165060"/>
          </a:xfrm>
          <a:prstGeom prst="roundRect">
            <a:avLst>
              <a:gd fmla="val 11541" name="adj"/>
            </a:avLst>
          </a:prstGeom>
          <a:solidFill>
            <a:srgbClr val="F7D9BF"/>
          </a:solidFill>
          <a:ln cap="flat" cmpd="sng" w="12700">
            <a:solidFill>
              <a:srgbClr val="E078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8"/>
          <p:cNvSpPr/>
          <p:nvPr/>
        </p:nvSpPr>
        <p:spPr>
          <a:xfrm>
            <a:off x="8347155" y="4216995"/>
            <a:ext cx="165060" cy="165060"/>
          </a:xfrm>
          <a:prstGeom prst="roundRect">
            <a:avLst>
              <a:gd fmla="val 11541" name="adj"/>
            </a:avLst>
          </a:prstGeom>
          <a:solidFill>
            <a:srgbClr val="F7D9BF"/>
          </a:solidFill>
          <a:ln cap="flat" cmpd="sng" w="12700">
            <a:solidFill>
              <a:srgbClr val="E078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8"/>
          <p:cNvSpPr/>
          <p:nvPr/>
        </p:nvSpPr>
        <p:spPr>
          <a:xfrm>
            <a:off x="8569325" y="4216995"/>
            <a:ext cx="165060" cy="165060"/>
          </a:xfrm>
          <a:prstGeom prst="roundRect">
            <a:avLst>
              <a:gd fmla="val 11541" name="adj"/>
            </a:avLst>
          </a:prstGeom>
          <a:solidFill>
            <a:srgbClr val="F7D9BF"/>
          </a:solidFill>
          <a:ln cap="flat" cmpd="sng" w="12700">
            <a:solidFill>
              <a:srgbClr val="E078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8"/>
          <p:cNvSpPr/>
          <p:nvPr/>
        </p:nvSpPr>
        <p:spPr>
          <a:xfrm>
            <a:off x="8791496" y="4216995"/>
            <a:ext cx="165060" cy="165060"/>
          </a:xfrm>
          <a:prstGeom prst="roundRect">
            <a:avLst>
              <a:gd fmla="val 11541" name="adj"/>
            </a:avLst>
          </a:prstGeom>
          <a:solidFill>
            <a:srgbClr val="F7D9BF"/>
          </a:solidFill>
          <a:ln cap="flat" cmpd="sng" w="12700">
            <a:solidFill>
              <a:srgbClr val="E078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8"/>
          <p:cNvSpPr/>
          <p:nvPr/>
        </p:nvSpPr>
        <p:spPr>
          <a:xfrm>
            <a:off x="9013667" y="4216995"/>
            <a:ext cx="165060" cy="165060"/>
          </a:xfrm>
          <a:prstGeom prst="roundRect">
            <a:avLst>
              <a:gd fmla="val 11541" name="adj"/>
            </a:avLst>
          </a:prstGeom>
          <a:solidFill>
            <a:srgbClr val="F7D9BF"/>
          </a:solidFill>
          <a:ln cap="flat" cmpd="sng" w="12700">
            <a:solidFill>
              <a:srgbClr val="E078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8"/>
          <p:cNvSpPr/>
          <p:nvPr/>
        </p:nvSpPr>
        <p:spPr>
          <a:xfrm>
            <a:off x="9235837" y="4216995"/>
            <a:ext cx="165060" cy="165060"/>
          </a:xfrm>
          <a:prstGeom prst="roundRect">
            <a:avLst>
              <a:gd fmla="val 11541" name="adj"/>
            </a:avLst>
          </a:prstGeom>
          <a:solidFill>
            <a:srgbClr val="F7D9BF"/>
          </a:solidFill>
          <a:ln cap="flat" cmpd="sng" w="12700">
            <a:solidFill>
              <a:srgbClr val="E078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8"/>
          <p:cNvSpPr/>
          <p:nvPr/>
        </p:nvSpPr>
        <p:spPr>
          <a:xfrm>
            <a:off x="9458008" y="4216995"/>
            <a:ext cx="165060" cy="165060"/>
          </a:xfrm>
          <a:prstGeom prst="roundRect">
            <a:avLst>
              <a:gd fmla="val 11541" name="adj"/>
            </a:avLst>
          </a:prstGeom>
          <a:solidFill>
            <a:srgbClr val="F7D9BF"/>
          </a:solidFill>
          <a:ln cap="flat" cmpd="sng" w="12700">
            <a:solidFill>
              <a:srgbClr val="E078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8"/>
          <p:cNvSpPr/>
          <p:nvPr/>
        </p:nvSpPr>
        <p:spPr>
          <a:xfrm>
            <a:off x="9680178" y="4216995"/>
            <a:ext cx="165060" cy="165060"/>
          </a:xfrm>
          <a:prstGeom prst="roundRect">
            <a:avLst>
              <a:gd fmla="val 11541" name="adj"/>
            </a:avLst>
          </a:prstGeom>
          <a:solidFill>
            <a:srgbClr val="F7D9BF"/>
          </a:solidFill>
          <a:ln cap="flat" cmpd="sng" w="12700">
            <a:solidFill>
              <a:srgbClr val="E078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8"/>
          <p:cNvSpPr/>
          <p:nvPr/>
        </p:nvSpPr>
        <p:spPr>
          <a:xfrm>
            <a:off x="9902349" y="4216995"/>
            <a:ext cx="165060" cy="165060"/>
          </a:xfrm>
          <a:prstGeom prst="roundRect">
            <a:avLst>
              <a:gd fmla="val 11541" name="adj"/>
            </a:avLst>
          </a:prstGeom>
          <a:solidFill>
            <a:srgbClr val="F7D9BF"/>
          </a:solidFill>
          <a:ln cap="flat" cmpd="sng" w="12700">
            <a:solidFill>
              <a:srgbClr val="E078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8"/>
          <p:cNvSpPr/>
          <p:nvPr/>
        </p:nvSpPr>
        <p:spPr>
          <a:xfrm>
            <a:off x="10124520" y="4216995"/>
            <a:ext cx="165060" cy="165060"/>
          </a:xfrm>
          <a:prstGeom prst="roundRect">
            <a:avLst>
              <a:gd fmla="val 11541" name="adj"/>
            </a:avLst>
          </a:prstGeom>
          <a:solidFill>
            <a:srgbClr val="F7D9BF"/>
          </a:solidFill>
          <a:ln cap="flat" cmpd="sng" w="12700">
            <a:solidFill>
              <a:srgbClr val="E078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8"/>
          <p:cNvSpPr/>
          <p:nvPr/>
        </p:nvSpPr>
        <p:spPr>
          <a:xfrm>
            <a:off x="8118634" y="4467820"/>
            <a:ext cx="3193644" cy="454739"/>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1B2A41"/>
              </a:buClr>
              <a:buSzPts val="1300"/>
              <a:buFont typeface="IBM Plex Sans"/>
              <a:buNone/>
            </a:pPr>
            <a:r>
              <a:rPr b="0" i="0" lang="en-US" sz="1300" u="none" cap="none" strike="noStrike">
                <a:solidFill>
                  <a:srgbClr val="1B2A41"/>
                </a:solidFill>
                <a:latin typeface="IBM Plex Sans"/>
                <a:ea typeface="IBM Plex Sans"/>
                <a:cs typeface="IBM Plex Sans"/>
                <a:sym typeface="IBM Plex Sans"/>
              </a:rPr>
              <a:t>El nuevo recibe una copia del tráfico, pero no decide nada.</a:t>
            </a:r>
            <a:endParaRPr b="0" i="0" sz="1300" u="none" cap="none" strike="noStrike">
              <a:solidFill>
                <a:schemeClr val="dk1"/>
              </a:solidFill>
              <a:latin typeface="IBM Plex Sans"/>
              <a:ea typeface="IBM Plex Sans"/>
              <a:cs typeface="IBM Plex Sans"/>
              <a:sym typeface="IBM Plex Sans"/>
            </a:endParaRPr>
          </a:p>
        </p:txBody>
      </p:sp>
      <p:sp>
        <p:nvSpPr>
          <p:cNvPr id="219" name="Google Shape;219;p8"/>
          <p:cNvSpPr/>
          <p:nvPr/>
        </p:nvSpPr>
        <p:spPr>
          <a:xfrm>
            <a:off x="8118634" y="4973362"/>
            <a:ext cx="3193644" cy="2387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B5C9E"/>
              </a:buClr>
              <a:buSzPts val="1200"/>
              <a:buFont typeface="JetBrains Mono"/>
              <a:buNone/>
            </a:pPr>
            <a:r>
              <a:rPr b="0" i="0" lang="en-US" sz="1200" u="none" cap="none" strike="noStrike">
                <a:solidFill>
                  <a:srgbClr val="2B5C9E"/>
                </a:solidFill>
                <a:latin typeface="JetBrains Mono"/>
                <a:ea typeface="JetBrains Mono"/>
                <a:cs typeface="JetBrains Mono"/>
                <a:sym typeface="JetBrains Mono"/>
              </a:rPr>
              <a:t>Istio · SageMaker</a:t>
            </a:r>
            <a:endParaRPr b="0" i="0" sz="1200" u="none" cap="none" strike="noStrike">
              <a:solidFill>
                <a:schemeClr val="dk1"/>
              </a:solidFill>
              <a:latin typeface="IBM Plex Sans"/>
              <a:ea typeface="IBM Plex Sans"/>
              <a:cs typeface="IBM Plex Sans"/>
              <a:sym typeface="IBM Plex Sans"/>
            </a:endParaRPr>
          </a:p>
        </p:txBody>
      </p:sp>
      <p:sp>
        <p:nvSpPr>
          <p:cNvPr id="220" name="Google Shape;220;p8"/>
          <p:cNvSpPr/>
          <p:nvPr/>
        </p:nvSpPr>
        <p:spPr>
          <a:xfrm>
            <a:off x="812721" y="5575340"/>
            <a:ext cx="10883556" cy="256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B5563"/>
              </a:buClr>
              <a:buSzPts val="1300"/>
              <a:buFont typeface="IBM Plex Sans"/>
              <a:buNone/>
            </a:pPr>
            <a:r>
              <a:rPr b="0" i="0" lang="en-US" sz="1300" u="none" cap="none" strike="noStrike">
                <a:solidFill>
                  <a:srgbClr val="4B5563"/>
                </a:solidFill>
                <a:latin typeface="IBM Plex Sans"/>
                <a:ea typeface="IBM Plex Sans"/>
                <a:cs typeface="IBM Plex Sans"/>
                <a:sym typeface="IBM Plex Sans"/>
              </a:rPr>
              <a:t>Cada cuadrado es una parte del tráfico. Gris: actual. Azul: nueva. Naranja: copia sin decisión. Punteado: en espera.</a:t>
            </a:r>
            <a:endParaRPr b="0" i="0" sz="1300" u="none" cap="none" strike="noStrike">
              <a:solidFill>
                <a:schemeClr val="dk1"/>
              </a:solidFill>
              <a:latin typeface="IBM Plex Sans"/>
              <a:ea typeface="IBM Plex Sans"/>
              <a:cs typeface="IBM Plex Sans"/>
              <a:sym typeface="IBM Plex Sans"/>
            </a:endParaRPr>
          </a:p>
        </p:txBody>
      </p:sp>
      <p:sp>
        <p:nvSpPr>
          <p:cNvPr id="221" name="Google Shape;221;p8"/>
          <p:cNvSpPr/>
          <p:nvPr/>
        </p:nvSpPr>
        <p:spPr>
          <a:xfrm>
            <a:off x="812721" y="6238280"/>
            <a:ext cx="7194469" cy="2387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E6673"/>
              </a:buClr>
              <a:buSzPts val="1200"/>
              <a:buFont typeface="IBM Plex Sans"/>
              <a:buNone/>
            </a:pPr>
            <a:r>
              <a:rPr b="0" i="0" lang="en-US" sz="1200" u="none" cap="none" strike="noStrike">
                <a:solidFill>
                  <a:srgbClr val="5E6673"/>
                </a:solidFill>
                <a:latin typeface="IBM Plex Sans"/>
                <a:ea typeface="IBM Plex Sans"/>
                <a:cs typeface="IBM Plex Sans"/>
                <a:sym typeface="IBM Plex Sans"/>
              </a:rPr>
              <a:t>UTN FRC · Ingeniería y Calidad de Software · 4K3 · Grupo 13</a:t>
            </a:r>
            <a:endParaRPr b="0" i="0" sz="1200" u="none" cap="none" strike="noStrike">
              <a:solidFill>
                <a:schemeClr val="dk1"/>
              </a:solidFill>
              <a:latin typeface="IBM Plex Sans"/>
              <a:ea typeface="IBM Plex Sans"/>
              <a:cs typeface="IBM Plex Sans"/>
              <a:sym typeface="IBM Plex Sans"/>
            </a:endParaRPr>
          </a:p>
        </p:txBody>
      </p:sp>
      <p:sp>
        <p:nvSpPr>
          <p:cNvPr id="222" name="Google Shape;222;p8"/>
          <p:cNvSpPr/>
          <p:nvPr/>
        </p:nvSpPr>
        <p:spPr>
          <a:xfrm>
            <a:off x="8632270" y="6238280"/>
            <a:ext cx="2747010" cy="23876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5E6673"/>
              </a:buClr>
              <a:buSzPts val="1200"/>
              <a:buFont typeface="IBM Plex Sans"/>
              <a:buNone/>
            </a:pPr>
            <a:r>
              <a:rPr b="0" i="0" lang="en-US" sz="1200" u="none" cap="none" strike="noStrike">
                <a:solidFill>
                  <a:srgbClr val="5E6673"/>
                </a:solidFill>
                <a:latin typeface="IBM Plex Sans"/>
                <a:ea typeface="IBM Plex Sans"/>
                <a:cs typeface="IBM Plex Sans"/>
                <a:sym typeface="IBM Plex Sans"/>
              </a:rPr>
              <a:t>Desarrollo · 5 / 17</a:t>
            </a:r>
            <a:endParaRPr b="0" i="0" sz="1200" u="none" cap="none" strike="noStrike">
              <a:solidFill>
                <a:schemeClr val="dk1"/>
              </a:solidFill>
              <a:latin typeface="IBM Plex Sans"/>
              <a:ea typeface="IBM Plex Sans"/>
              <a:cs typeface="IBM Plex Sans"/>
              <a:sym typeface="IBM Plex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2"/>
        </a:solidFill>
      </p:bgPr>
    </p:bg>
    <p:spTree>
      <p:nvGrpSpPr>
        <p:cNvPr id="227" name="Shape 227"/>
        <p:cNvGrpSpPr/>
        <p:nvPr/>
      </p:nvGrpSpPr>
      <p:grpSpPr>
        <a:xfrm>
          <a:off x="0" y="0"/>
          <a:ext cx="0" cy="0"/>
          <a:chOff x="0" y="0"/>
          <a:chExt cx="0" cy="0"/>
        </a:xfrm>
      </p:grpSpPr>
      <p:sp>
        <p:nvSpPr>
          <p:cNvPr id="228" name="Google Shape;228;p9"/>
          <p:cNvSpPr txBox="1"/>
          <p:nvPr>
            <p:ph type="title"/>
          </p:nvPr>
        </p:nvSpPr>
        <p:spPr>
          <a:xfrm>
            <a:off x="812721" y="711163"/>
            <a:ext cx="10883556" cy="4445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B2A41"/>
              </a:buClr>
              <a:buSzPts val="3000"/>
              <a:buFont typeface="IBM Plex Sans"/>
              <a:buNone/>
            </a:pPr>
            <a:r>
              <a:rPr b="1" i="0" lang="en-US" sz="3000">
                <a:solidFill>
                  <a:srgbClr val="1B2A41"/>
                </a:solidFill>
                <a:latin typeface="IBM Plex Sans"/>
                <a:ea typeface="IBM Plex Sans"/>
                <a:cs typeface="IBM Plex Sans"/>
                <a:sym typeface="IBM Plex Sans"/>
              </a:rPr>
              <a:t>Nuestra propuesta: sombra y después canary</a:t>
            </a:r>
            <a:endParaRPr sz="3000"/>
          </a:p>
        </p:txBody>
      </p:sp>
      <p:sp>
        <p:nvSpPr>
          <p:cNvPr id="229" name="Google Shape;229;p9"/>
          <p:cNvSpPr/>
          <p:nvPr/>
        </p:nvSpPr>
        <p:spPr>
          <a:xfrm>
            <a:off x="812721" y="1358863"/>
            <a:ext cx="1803321" cy="1777960"/>
          </a:xfrm>
          <a:prstGeom prst="roundRect">
            <a:avLst>
              <a:gd fmla="val 2857" name="adj"/>
            </a:avLst>
          </a:prstGeom>
          <a:solidFill>
            <a:srgbClr val="F7D9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9"/>
          <p:cNvSpPr/>
          <p:nvPr/>
        </p:nvSpPr>
        <p:spPr>
          <a:xfrm>
            <a:off x="965121" y="1561982"/>
            <a:ext cx="1549321" cy="3124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B2A41"/>
              </a:buClr>
              <a:buSzPts val="1620"/>
              <a:buFont typeface="IBM Plex Sans"/>
              <a:buNone/>
            </a:pPr>
            <a:r>
              <a:rPr b="1" i="0" lang="en-US" sz="1620" u="none" cap="none" strike="noStrike">
                <a:solidFill>
                  <a:srgbClr val="1B2A41"/>
                </a:solidFill>
                <a:latin typeface="IBM Plex Sans"/>
                <a:ea typeface="IBM Plex Sans"/>
                <a:cs typeface="IBM Plex Sans"/>
                <a:sym typeface="IBM Plex Sans"/>
              </a:rPr>
              <a:t>Sombra</a:t>
            </a:r>
            <a:endParaRPr b="0" i="0" sz="1620" u="none" cap="none" strike="noStrike">
              <a:solidFill>
                <a:schemeClr val="dk1"/>
              </a:solidFill>
              <a:latin typeface="IBM Plex Sans"/>
              <a:ea typeface="IBM Plex Sans"/>
              <a:cs typeface="IBM Plex Sans"/>
              <a:sym typeface="IBM Plex Sans"/>
            </a:endParaRPr>
          </a:p>
        </p:txBody>
      </p:sp>
      <p:sp>
        <p:nvSpPr>
          <p:cNvPr id="231" name="Google Shape;231;p9"/>
          <p:cNvSpPr/>
          <p:nvPr/>
        </p:nvSpPr>
        <p:spPr>
          <a:xfrm>
            <a:off x="965121" y="1899763"/>
            <a:ext cx="1549321" cy="556181"/>
          </a:xfrm>
          <a:prstGeom prst="rect">
            <a:avLst/>
          </a:prstGeom>
          <a:noFill/>
          <a:ln>
            <a:noFill/>
          </a:ln>
        </p:spPr>
        <p:txBody>
          <a:bodyPr anchorCtr="0" anchor="t" bIns="0" lIns="0" spcFirstLastPara="1" rIns="0" wrap="square" tIns="0">
            <a:noAutofit/>
          </a:bodyPr>
          <a:lstStyle/>
          <a:p>
            <a:pPr indent="0" lvl="0" marL="0" marR="0" rtl="0" algn="l">
              <a:lnSpc>
                <a:spcPct val="110007"/>
              </a:lnSpc>
              <a:spcBef>
                <a:spcPts val="0"/>
              </a:spcBef>
              <a:spcAft>
                <a:spcPts val="0"/>
              </a:spcAft>
              <a:buClr>
                <a:srgbClr val="1B2A41"/>
              </a:buClr>
              <a:buSzPts val="3837"/>
              <a:buFont typeface="IBM Plex Sans"/>
              <a:buNone/>
            </a:pPr>
            <a:r>
              <a:rPr b="1" i="0" lang="en-US" sz="3837" u="none" cap="none" strike="noStrike">
                <a:solidFill>
                  <a:srgbClr val="1B2A41"/>
                </a:solidFill>
                <a:latin typeface="IBM Plex Sans"/>
                <a:ea typeface="IBM Plex Sans"/>
                <a:cs typeface="IBM Plex Sans"/>
                <a:sym typeface="IBM Plex Sans"/>
              </a:rPr>
              <a:t>0%</a:t>
            </a:r>
            <a:endParaRPr b="0" i="0" sz="3837" u="none" cap="none" strike="noStrike">
              <a:solidFill>
                <a:schemeClr val="dk1"/>
              </a:solidFill>
              <a:latin typeface="IBM Plex Sans"/>
              <a:ea typeface="IBM Plex Sans"/>
              <a:cs typeface="IBM Plex Sans"/>
              <a:sym typeface="IBM Plex Sans"/>
            </a:endParaRPr>
          </a:p>
        </p:txBody>
      </p:sp>
      <p:sp>
        <p:nvSpPr>
          <p:cNvPr id="232" name="Google Shape;232;p9"/>
          <p:cNvSpPr/>
          <p:nvPr/>
        </p:nvSpPr>
        <p:spPr>
          <a:xfrm>
            <a:off x="965121" y="2481263"/>
            <a:ext cx="1549321" cy="477838"/>
          </a:xfrm>
          <a:prstGeom prst="rect">
            <a:avLst/>
          </a:prstGeom>
          <a:noFill/>
          <a:ln>
            <a:noFill/>
          </a:ln>
        </p:spPr>
        <p:txBody>
          <a:bodyPr anchorCtr="0" anchor="t" bIns="0" lIns="0" spcFirstLastPara="1" rIns="0" wrap="square" tIns="0">
            <a:noAutofit/>
          </a:bodyPr>
          <a:lstStyle/>
          <a:p>
            <a:pPr indent="0" lvl="0" marL="0" marR="0" rtl="0" algn="l">
              <a:lnSpc>
                <a:spcPct val="124965"/>
              </a:lnSpc>
              <a:spcBef>
                <a:spcPts val="0"/>
              </a:spcBef>
              <a:spcAft>
                <a:spcPts val="0"/>
              </a:spcAft>
              <a:buClr>
                <a:srgbClr val="1B2A41"/>
              </a:buClr>
              <a:buSzPts val="1430"/>
              <a:buFont typeface="IBM Plex Sans"/>
              <a:buNone/>
            </a:pPr>
            <a:r>
              <a:rPr b="0" i="0" lang="en-US" sz="1430" u="none" cap="none" strike="noStrike">
                <a:solidFill>
                  <a:srgbClr val="1B2A41"/>
                </a:solidFill>
                <a:latin typeface="IBM Plex Sans"/>
                <a:ea typeface="IBM Plex Sans"/>
                <a:cs typeface="IBM Plex Sans"/>
                <a:sym typeface="IBM Plex Sans"/>
              </a:rPr>
              <a:t>no decide; solo recibe copia</a:t>
            </a:r>
            <a:endParaRPr b="0" i="0" sz="1430" u="none" cap="none" strike="noStrike">
              <a:solidFill>
                <a:schemeClr val="dk1"/>
              </a:solidFill>
              <a:latin typeface="IBM Plex Sans"/>
              <a:ea typeface="IBM Plex Sans"/>
              <a:cs typeface="IBM Plex Sans"/>
              <a:sym typeface="IBM Plex Sans"/>
            </a:endParaRPr>
          </a:p>
        </p:txBody>
      </p:sp>
      <p:pic>
        <p:nvPicPr>
          <p:cNvPr descr="arrow-right" id="233" name="Google Shape;233;p9"/>
          <p:cNvPicPr preferRelativeResize="0"/>
          <p:nvPr/>
        </p:nvPicPr>
        <p:blipFill rotWithShape="1">
          <a:blip r:embed="rId3">
            <a:alphaModFix/>
          </a:blip>
          <a:srcRect b="0" l="-3" r="-3" t="0"/>
          <a:stretch/>
        </p:blipFill>
        <p:spPr>
          <a:xfrm>
            <a:off x="2679502" y="2158963"/>
            <a:ext cx="253960" cy="177760"/>
          </a:xfrm>
          <a:prstGeom prst="rect">
            <a:avLst/>
          </a:prstGeom>
          <a:noFill/>
          <a:ln>
            <a:noFill/>
          </a:ln>
        </p:spPr>
      </p:pic>
      <p:sp>
        <p:nvSpPr>
          <p:cNvPr id="234" name="Google Shape;234;p9"/>
          <p:cNvSpPr/>
          <p:nvPr/>
        </p:nvSpPr>
        <p:spPr>
          <a:xfrm>
            <a:off x="2996922" y="1358863"/>
            <a:ext cx="1803321" cy="1777960"/>
          </a:xfrm>
          <a:prstGeom prst="roundRect">
            <a:avLst>
              <a:gd fmla="val 2857" name="adj"/>
            </a:avLst>
          </a:prstGeom>
          <a:solidFill>
            <a:srgbClr val="E3EC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9"/>
          <p:cNvSpPr/>
          <p:nvPr/>
        </p:nvSpPr>
        <p:spPr>
          <a:xfrm>
            <a:off x="3149322" y="1561982"/>
            <a:ext cx="1549321" cy="32758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B2A41"/>
              </a:buClr>
              <a:buSzPts val="1700"/>
              <a:buFont typeface="IBM Plex Sans"/>
              <a:buNone/>
            </a:pPr>
            <a:r>
              <a:rPr b="1" i="0" lang="en-US" sz="1700" u="none" cap="none" strike="noStrike">
                <a:solidFill>
                  <a:srgbClr val="1B2A41"/>
                </a:solidFill>
                <a:latin typeface="IBM Plex Sans"/>
                <a:ea typeface="IBM Plex Sans"/>
                <a:cs typeface="IBM Plex Sans"/>
                <a:sym typeface="IBM Plex Sans"/>
              </a:rPr>
              <a:t>Canary</a:t>
            </a:r>
            <a:endParaRPr b="0" i="0" sz="1700" u="none" cap="none" strike="noStrike">
              <a:solidFill>
                <a:schemeClr val="dk1"/>
              </a:solidFill>
              <a:latin typeface="IBM Plex Sans"/>
              <a:ea typeface="IBM Plex Sans"/>
              <a:cs typeface="IBM Plex Sans"/>
              <a:sym typeface="IBM Plex Sans"/>
            </a:endParaRPr>
          </a:p>
        </p:txBody>
      </p:sp>
      <p:sp>
        <p:nvSpPr>
          <p:cNvPr id="236" name="Google Shape;236;p9"/>
          <p:cNvSpPr/>
          <p:nvPr/>
        </p:nvSpPr>
        <p:spPr>
          <a:xfrm>
            <a:off x="3149322" y="2000489"/>
            <a:ext cx="1549321" cy="58416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B2A41"/>
              </a:buClr>
              <a:buSzPts val="4000"/>
              <a:buFont typeface="IBM Plex Sans"/>
              <a:buNone/>
            </a:pPr>
            <a:r>
              <a:rPr b="1" i="0" lang="en-US" sz="4000" u="none" cap="none" strike="noStrike">
                <a:solidFill>
                  <a:srgbClr val="1B2A41"/>
                </a:solidFill>
                <a:latin typeface="IBM Plex Sans"/>
                <a:ea typeface="IBM Plex Sans"/>
                <a:cs typeface="IBM Plex Sans"/>
                <a:sym typeface="IBM Plex Sans"/>
              </a:rPr>
              <a:t>1%</a:t>
            </a:r>
            <a:endParaRPr b="0" i="0" sz="4000" u="none" cap="none" strike="noStrike">
              <a:solidFill>
                <a:schemeClr val="dk1"/>
              </a:solidFill>
              <a:latin typeface="IBM Plex Sans"/>
              <a:ea typeface="IBM Plex Sans"/>
              <a:cs typeface="IBM Plex Sans"/>
              <a:sym typeface="IBM Plex Sans"/>
            </a:endParaRPr>
          </a:p>
        </p:txBody>
      </p:sp>
      <p:sp>
        <p:nvSpPr>
          <p:cNvPr id="237" name="Google Shape;237;p9"/>
          <p:cNvSpPr/>
          <p:nvPr/>
        </p:nvSpPr>
        <p:spPr>
          <a:xfrm>
            <a:off x="3149322" y="2695575"/>
            <a:ext cx="1650921" cy="263525"/>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B2A41"/>
              </a:buClr>
              <a:buSzPts val="1500"/>
              <a:buFont typeface="IBM Plex Sans"/>
              <a:buNone/>
            </a:pPr>
            <a:r>
              <a:rPr b="0" i="0" lang="en-US" sz="1500" u="none" cap="none" strike="noStrike">
                <a:solidFill>
                  <a:srgbClr val="1B2A41"/>
                </a:solidFill>
                <a:latin typeface="IBM Plex Sans"/>
                <a:ea typeface="IBM Plex Sans"/>
                <a:cs typeface="IBM Plex Sans"/>
                <a:sym typeface="IBM Plex Sans"/>
              </a:rPr>
              <a:t>del tráfico decide</a:t>
            </a:r>
            <a:endParaRPr b="0" i="0" sz="1500" u="none" cap="none" strike="noStrike">
              <a:solidFill>
                <a:schemeClr val="dk1"/>
              </a:solidFill>
              <a:latin typeface="IBM Plex Sans"/>
              <a:ea typeface="IBM Plex Sans"/>
              <a:cs typeface="IBM Plex Sans"/>
              <a:sym typeface="IBM Plex Sans"/>
            </a:endParaRPr>
          </a:p>
        </p:txBody>
      </p:sp>
      <p:pic>
        <p:nvPicPr>
          <p:cNvPr descr="arrow-right" id="238" name="Google Shape;238;p9"/>
          <p:cNvPicPr preferRelativeResize="0"/>
          <p:nvPr/>
        </p:nvPicPr>
        <p:blipFill rotWithShape="1">
          <a:blip r:embed="rId3">
            <a:alphaModFix/>
          </a:blip>
          <a:srcRect b="0" l="-3" r="-3" t="0"/>
          <a:stretch/>
        </p:blipFill>
        <p:spPr>
          <a:xfrm>
            <a:off x="4863703" y="2158963"/>
            <a:ext cx="253960" cy="177760"/>
          </a:xfrm>
          <a:prstGeom prst="rect">
            <a:avLst/>
          </a:prstGeom>
          <a:noFill/>
          <a:ln>
            <a:noFill/>
          </a:ln>
        </p:spPr>
      </p:pic>
      <p:sp>
        <p:nvSpPr>
          <p:cNvPr id="239" name="Google Shape;239;p9"/>
          <p:cNvSpPr/>
          <p:nvPr/>
        </p:nvSpPr>
        <p:spPr>
          <a:xfrm>
            <a:off x="5181124" y="1358863"/>
            <a:ext cx="1803321" cy="1777960"/>
          </a:xfrm>
          <a:prstGeom prst="roundRect">
            <a:avLst>
              <a:gd fmla="val 2857" name="adj"/>
            </a:avLst>
          </a:prstGeom>
          <a:solidFill>
            <a:srgbClr val="E3EC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9"/>
          <p:cNvSpPr/>
          <p:nvPr/>
        </p:nvSpPr>
        <p:spPr>
          <a:xfrm>
            <a:off x="5333524" y="1561982"/>
            <a:ext cx="1549321" cy="32758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B2A41"/>
              </a:buClr>
              <a:buSzPts val="1700"/>
              <a:buFont typeface="IBM Plex Sans"/>
              <a:buNone/>
            </a:pPr>
            <a:r>
              <a:rPr b="1" i="0" lang="en-US" sz="1700" u="none" cap="none" strike="noStrike">
                <a:solidFill>
                  <a:srgbClr val="1B2A41"/>
                </a:solidFill>
                <a:latin typeface="IBM Plex Sans"/>
                <a:ea typeface="IBM Plex Sans"/>
                <a:cs typeface="IBM Plex Sans"/>
                <a:sym typeface="IBM Plex Sans"/>
              </a:rPr>
              <a:t>Canary</a:t>
            </a:r>
            <a:endParaRPr b="0" i="0" sz="1700" u="none" cap="none" strike="noStrike">
              <a:solidFill>
                <a:schemeClr val="dk1"/>
              </a:solidFill>
              <a:latin typeface="IBM Plex Sans"/>
              <a:ea typeface="IBM Plex Sans"/>
              <a:cs typeface="IBM Plex Sans"/>
              <a:sym typeface="IBM Plex Sans"/>
            </a:endParaRPr>
          </a:p>
        </p:txBody>
      </p:sp>
      <p:sp>
        <p:nvSpPr>
          <p:cNvPr id="241" name="Google Shape;241;p9"/>
          <p:cNvSpPr/>
          <p:nvPr/>
        </p:nvSpPr>
        <p:spPr>
          <a:xfrm>
            <a:off x="5333524" y="2000489"/>
            <a:ext cx="1549321" cy="58416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B2A41"/>
              </a:buClr>
              <a:buSzPts val="4000"/>
              <a:buFont typeface="IBM Plex Sans"/>
              <a:buNone/>
            </a:pPr>
            <a:r>
              <a:rPr b="1" i="0" lang="en-US" sz="4000" u="none" cap="none" strike="noStrike">
                <a:solidFill>
                  <a:srgbClr val="1B2A41"/>
                </a:solidFill>
                <a:latin typeface="IBM Plex Sans"/>
                <a:ea typeface="IBM Plex Sans"/>
                <a:cs typeface="IBM Plex Sans"/>
                <a:sym typeface="IBM Plex Sans"/>
              </a:rPr>
              <a:t>5%</a:t>
            </a:r>
            <a:endParaRPr b="0" i="0" sz="4000" u="none" cap="none" strike="noStrike">
              <a:solidFill>
                <a:schemeClr val="dk1"/>
              </a:solidFill>
              <a:latin typeface="IBM Plex Sans"/>
              <a:ea typeface="IBM Plex Sans"/>
              <a:cs typeface="IBM Plex Sans"/>
              <a:sym typeface="IBM Plex Sans"/>
            </a:endParaRPr>
          </a:p>
        </p:txBody>
      </p:sp>
      <p:sp>
        <p:nvSpPr>
          <p:cNvPr id="242" name="Google Shape;242;p9"/>
          <p:cNvSpPr/>
          <p:nvPr/>
        </p:nvSpPr>
        <p:spPr>
          <a:xfrm>
            <a:off x="5333524" y="2695575"/>
            <a:ext cx="1650921" cy="263525"/>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B2A41"/>
              </a:buClr>
              <a:buSzPts val="1500"/>
              <a:buFont typeface="IBM Plex Sans"/>
              <a:buNone/>
            </a:pPr>
            <a:r>
              <a:rPr b="0" i="0" lang="en-US" sz="1500" u="none" cap="none" strike="noStrike">
                <a:solidFill>
                  <a:srgbClr val="1B2A41"/>
                </a:solidFill>
                <a:latin typeface="IBM Plex Sans"/>
                <a:ea typeface="IBM Plex Sans"/>
                <a:cs typeface="IBM Plex Sans"/>
                <a:sym typeface="IBM Plex Sans"/>
              </a:rPr>
              <a:t>del tráfico decide</a:t>
            </a:r>
            <a:endParaRPr b="0" i="0" sz="1500" u="none" cap="none" strike="noStrike">
              <a:solidFill>
                <a:schemeClr val="dk1"/>
              </a:solidFill>
              <a:latin typeface="IBM Plex Sans"/>
              <a:ea typeface="IBM Plex Sans"/>
              <a:cs typeface="IBM Plex Sans"/>
              <a:sym typeface="IBM Plex Sans"/>
            </a:endParaRPr>
          </a:p>
        </p:txBody>
      </p:sp>
      <p:pic>
        <p:nvPicPr>
          <p:cNvPr descr="arrow-right" id="243" name="Google Shape;243;p9"/>
          <p:cNvPicPr preferRelativeResize="0"/>
          <p:nvPr/>
        </p:nvPicPr>
        <p:blipFill rotWithShape="1">
          <a:blip r:embed="rId3">
            <a:alphaModFix/>
          </a:blip>
          <a:srcRect b="0" l="-3" r="-3" t="0"/>
          <a:stretch/>
        </p:blipFill>
        <p:spPr>
          <a:xfrm>
            <a:off x="7047905" y="2158963"/>
            <a:ext cx="253960" cy="177760"/>
          </a:xfrm>
          <a:prstGeom prst="rect">
            <a:avLst/>
          </a:prstGeom>
          <a:noFill/>
          <a:ln>
            <a:noFill/>
          </a:ln>
        </p:spPr>
      </p:pic>
      <p:sp>
        <p:nvSpPr>
          <p:cNvPr id="244" name="Google Shape;244;p9"/>
          <p:cNvSpPr/>
          <p:nvPr/>
        </p:nvSpPr>
        <p:spPr>
          <a:xfrm>
            <a:off x="7365326" y="1358863"/>
            <a:ext cx="1803321" cy="1777960"/>
          </a:xfrm>
          <a:prstGeom prst="roundRect">
            <a:avLst>
              <a:gd fmla="val 2857" name="adj"/>
            </a:avLst>
          </a:prstGeom>
          <a:solidFill>
            <a:srgbClr val="E3EC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9"/>
          <p:cNvSpPr/>
          <p:nvPr/>
        </p:nvSpPr>
        <p:spPr>
          <a:xfrm>
            <a:off x="7517726" y="1561982"/>
            <a:ext cx="1549321" cy="32758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B2A41"/>
              </a:buClr>
              <a:buSzPts val="1700"/>
              <a:buFont typeface="IBM Plex Sans"/>
              <a:buNone/>
            </a:pPr>
            <a:r>
              <a:rPr b="1" i="0" lang="en-US" sz="1700" u="none" cap="none" strike="noStrike">
                <a:solidFill>
                  <a:srgbClr val="1B2A41"/>
                </a:solidFill>
                <a:latin typeface="IBM Plex Sans"/>
                <a:ea typeface="IBM Plex Sans"/>
                <a:cs typeface="IBM Plex Sans"/>
                <a:sym typeface="IBM Plex Sans"/>
              </a:rPr>
              <a:t>Canary</a:t>
            </a:r>
            <a:endParaRPr b="0" i="0" sz="1700" u="none" cap="none" strike="noStrike">
              <a:solidFill>
                <a:schemeClr val="dk1"/>
              </a:solidFill>
              <a:latin typeface="IBM Plex Sans"/>
              <a:ea typeface="IBM Plex Sans"/>
              <a:cs typeface="IBM Plex Sans"/>
              <a:sym typeface="IBM Plex Sans"/>
            </a:endParaRPr>
          </a:p>
        </p:txBody>
      </p:sp>
      <p:sp>
        <p:nvSpPr>
          <p:cNvPr id="246" name="Google Shape;246;p9"/>
          <p:cNvSpPr/>
          <p:nvPr/>
        </p:nvSpPr>
        <p:spPr>
          <a:xfrm>
            <a:off x="7517726" y="2000489"/>
            <a:ext cx="1549321" cy="58416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B2A41"/>
              </a:buClr>
              <a:buSzPts val="4000"/>
              <a:buFont typeface="IBM Plex Sans"/>
              <a:buNone/>
            </a:pPr>
            <a:r>
              <a:rPr b="1" i="0" lang="en-US" sz="4000" u="none" cap="none" strike="noStrike">
                <a:solidFill>
                  <a:srgbClr val="1B2A41"/>
                </a:solidFill>
                <a:latin typeface="IBM Plex Sans"/>
                <a:ea typeface="IBM Plex Sans"/>
                <a:cs typeface="IBM Plex Sans"/>
                <a:sym typeface="IBM Plex Sans"/>
              </a:rPr>
              <a:t>25%</a:t>
            </a:r>
            <a:endParaRPr b="0" i="0" sz="4000" u="none" cap="none" strike="noStrike">
              <a:solidFill>
                <a:schemeClr val="dk1"/>
              </a:solidFill>
              <a:latin typeface="IBM Plex Sans"/>
              <a:ea typeface="IBM Plex Sans"/>
              <a:cs typeface="IBM Plex Sans"/>
              <a:sym typeface="IBM Plex Sans"/>
            </a:endParaRPr>
          </a:p>
        </p:txBody>
      </p:sp>
      <p:sp>
        <p:nvSpPr>
          <p:cNvPr id="247" name="Google Shape;247;p9"/>
          <p:cNvSpPr/>
          <p:nvPr/>
        </p:nvSpPr>
        <p:spPr>
          <a:xfrm>
            <a:off x="7517726" y="2695575"/>
            <a:ext cx="1650921" cy="263525"/>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B2A41"/>
              </a:buClr>
              <a:buSzPts val="1500"/>
              <a:buFont typeface="IBM Plex Sans"/>
              <a:buNone/>
            </a:pPr>
            <a:r>
              <a:rPr b="0" i="0" lang="en-US" sz="1500" u="none" cap="none" strike="noStrike">
                <a:solidFill>
                  <a:srgbClr val="1B2A41"/>
                </a:solidFill>
                <a:latin typeface="IBM Plex Sans"/>
                <a:ea typeface="IBM Plex Sans"/>
                <a:cs typeface="IBM Plex Sans"/>
                <a:sym typeface="IBM Plex Sans"/>
              </a:rPr>
              <a:t>del tráfico decide</a:t>
            </a:r>
            <a:endParaRPr b="0" i="0" sz="1500" u="none" cap="none" strike="noStrike">
              <a:solidFill>
                <a:schemeClr val="dk1"/>
              </a:solidFill>
              <a:latin typeface="IBM Plex Sans"/>
              <a:ea typeface="IBM Plex Sans"/>
              <a:cs typeface="IBM Plex Sans"/>
              <a:sym typeface="IBM Plex Sans"/>
            </a:endParaRPr>
          </a:p>
        </p:txBody>
      </p:sp>
      <p:pic>
        <p:nvPicPr>
          <p:cNvPr descr="arrow-right" id="248" name="Google Shape;248;p9"/>
          <p:cNvPicPr preferRelativeResize="0"/>
          <p:nvPr/>
        </p:nvPicPr>
        <p:blipFill rotWithShape="1">
          <a:blip r:embed="rId3">
            <a:alphaModFix/>
          </a:blip>
          <a:srcRect b="0" l="-3" r="-3" t="0"/>
          <a:stretch/>
        </p:blipFill>
        <p:spPr>
          <a:xfrm>
            <a:off x="9232106" y="2158963"/>
            <a:ext cx="253960" cy="177760"/>
          </a:xfrm>
          <a:prstGeom prst="rect">
            <a:avLst/>
          </a:prstGeom>
          <a:noFill/>
          <a:ln>
            <a:noFill/>
          </a:ln>
        </p:spPr>
      </p:pic>
      <p:sp>
        <p:nvSpPr>
          <p:cNvPr id="249" name="Google Shape;249;p9"/>
          <p:cNvSpPr/>
          <p:nvPr/>
        </p:nvSpPr>
        <p:spPr>
          <a:xfrm>
            <a:off x="9549527" y="1358863"/>
            <a:ext cx="1803321" cy="1777960"/>
          </a:xfrm>
          <a:prstGeom prst="roundRect">
            <a:avLst>
              <a:gd fmla="val 2857" name="adj"/>
            </a:avLst>
          </a:prstGeom>
          <a:solidFill>
            <a:srgbClr val="2B5C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9"/>
          <p:cNvSpPr/>
          <p:nvPr/>
        </p:nvSpPr>
        <p:spPr>
          <a:xfrm>
            <a:off x="9701927" y="1561982"/>
            <a:ext cx="1549321" cy="32758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7F6F2"/>
              </a:buClr>
              <a:buSzPts val="1700"/>
              <a:buFont typeface="IBM Plex Sans"/>
              <a:buNone/>
            </a:pPr>
            <a:r>
              <a:rPr b="1" i="0" lang="en-US" sz="1700" u="none" cap="none" strike="noStrike">
                <a:solidFill>
                  <a:srgbClr val="F7F6F2"/>
                </a:solidFill>
                <a:latin typeface="IBM Plex Sans"/>
                <a:ea typeface="IBM Plex Sans"/>
                <a:cs typeface="IBM Plex Sans"/>
                <a:sym typeface="IBM Plex Sans"/>
              </a:rPr>
              <a:t>Total</a:t>
            </a:r>
            <a:endParaRPr b="0" i="0" sz="1700" u="none" cap="none" strike="noStrike">
              <a:solidFill>
                <a:schemeClr val="dk1"/>
              </a:solidFill>
              <a:latin typeface="IBM Plex Sans"/>
              <a:ea typeface="IBM Plex Sans"/>
              <a:cs typeface="IBM Plex Sans"/>
              <a:sym typeface="IBM Plex Sans"/>
            </a:endParaRPr>
          </a:p>
        </p:txBody>
      </p:sp>
      <p:sp>
        <p:nvSpPr>
          <p:cNvPr id="251" name="Google Shape;251;p9"/>
          <p:cNvSpPr/>
          <p:nvPr/>
        </p:nvSpPr>
        <p:spPr>
          <a:xfrm>
            <a:off x="9701927" y="2000489"/>
            <a:ext cx="1549321" cy="58416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F7F6F2"/>
              </a:buClr>
              <a:buSzPts val="4000"/>
              <a:buFont typeface="IBM Plex Sans"/>
              <a:buNone/>
            </a:pPr>
            <a:r>
              <a:rPr b="1" i="0" lang="en-US" sz="4000" u="none" cap="none" strike="noStrike">
                <a:solidFill>
                  <a:srgbClr val="F7F6F2"/>
                </a:solidFill>
                <a:latin typeface="IBM Plex Sans"/>
                <a:ea typeface="IBM Plex Sans"/>
                <a:cs typeface="IBM Plex Sans"/>
                <a:sym typeface="IBM Plex Sans"/>
              </a:rPr>
              <a:t>100%</a:t>
            </a:r>
            <a:endParaRPr b="0" i="0" sz="4000" u="none" cap="none" strike="noStrike">
              <a:solidFill>
                <a:schemeClr val="dk1"/>
              </a:solidFill>
              <a:latin typeface="IBM Plex Sans"/>
              <a:ea typeface="IBM Plex Sans"/>
              <a:cs typeface="IBM Plex Sans"/>
              <a:sym typeface="IBM Plex Sans"/>
            </a:endParaRPr>
          </a:p>
        </p:txBody>
      </p:sp>
      <p:sp>
        <p:nvSpPr>
          <p:cNvPr id="252" name="Google Shape;252;p9"/>
          <p:cNvSpPr/>
          <p:nvPr/>
        </p:nvSpPr>
        <p:spPr>
          <a:xfrm>
            <a:off x="9701927" y="2695575"/>
            <a:ext cx="1650921" cy="263525"/>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7F6F2"/>
              </a:buClr>
              <a:buSzPts val="1500"/>
              <a:buFont typeface="IBM Plex Sans"/>
              <a:buNone/>
            </a:pPr>
            <a:r>
              <a:rPr b="0" i="0" lang="en-US" sz="1500" u="none" cap="none" strike="noStrike">
                <a:solidFill>
                  <a:srgbClr val="F7F6F2"/>
                </a:solidFill>
                <a:latin typeface="IBM Plex Sans"/>
                <a:ea typeface="IBM Plex Sans"/>
                <a:cs typeface="IBM Plex Sans"/>
                <a:sym typeface="IBM Plex Sans"/>
              </a:rPr>
              <a:t>del tráfico decide</a:t>
            </a:r>
            <a:endParaRPr b="0" i="0" sz="1500" u="none" cap="none" strike="noStrike">
              <a:solidFill>
                <a:schemeClr val="dk1"/>
              </a:solidFill>
              <a:latin typeface="IBM Plex Sans"/>
              <a:ea typeface="IBM Plex Sans"/>
              <a:cs typeface="IBM Plex Sans"/>
              <a:sym typeface="IBM Plex Sans"/>
            </a:endParaRPr>
          </a:p>
        </p:txBody>
      </p:sp>
      <p:pic>
        <p:nvPicPr>
          <p:cNvPr descr="arrow-right" id="253" name="Google Shape;253;p9"/>
          <p:cNvPicPr preferRelativeResize="0"/>
          <p:nvPr/>
        </p:nvPicPr>
        <p:blipFill rotWithShape="1">
          <a:blip r:embed="rId3">
            <a:alphaModFix/>
          </a:blip>
          <a:srcRect b="0" l="-3" r="-3" t="0"/>
          <a:stretch/>
        </p:blipFill>
        <p:spPr>
          <a:xfrm>
            <a:off x="812721" y="3596562"/>
            <a:ext cx="253960" cy="177760"/>
          </a:xfrm>
          <a:prstGeom prst="rect">
            <a:avLst/>
          </a:prstGeom>
          <a:noFill/>
          <a:ln>
            <a:noFill/>
          </a:ln>
        </p:spPr>
      </p:pic>
      <p:sp>
        <p:nvSpPr>
          <p:cNvPr id="254" name="Google Shape;254;p9"/>
          <p:cNvSpPr/>
          <p:nvPr/>
        </p:nvSpPr>
        <p:spPr>
          <a:xfrm>
            <a:off x="1168241" y="3543222"/>
            <a:ext cx="8722948" cy="304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B5563"/>
              </a:buClr>
              <a:buSzPts val="1600"/>
              <a:buFont typeface="IBM Plex Sans"/>
              <a:buNone/>
            </a:pPr>
            <a:r>
              <a:rPr b="0" i="0" lang="en-US" sz="1600" u="none" cap="none" strike="noStrike">
                <a:solidFill>
                  <a:srgbClr val="4B5563"/>
                </a:solidFill>
                <a:latin typeface="IBM Plex Sans"/>
                <a:ea typeface="IBM Plex Sans"/>
                <a:cs typeface="IBM Plex Sans"/>
                <a:sym typeface="IBM Plex Sans"/>
              </a:rPr>
              <a:t>Para avanzar de etapa, frente a la versión 1.4.2:</a:t>
            </a:r>
            <a:endParaRPr b="0" i="0" sz="1600" u="none" cap="none" strike="noStrike">
              <a:solidFill>
                <a:schemeClr val="dk1"/>
              </a:solidFill>
              <a:latin typeface="IBM Plex Sans"/>
              <a:ea typeface="IBM Plex Sans"/>
              <a:cs typeface="IBM Plex Sans"/>
              <a:sym typeface="IBM Plex Sans"/>
            </a:endParaRPr>
          </a:p>
        </p:txBody>
      </p:sp>
      <p:sp>
        <p:nvSpPr>
          <p:cNvPr id="255" name="Google Shape;255;p9"/>
          <p:cNvSpPr/>
          <p:nvPr/>
        </p:nvSpPr>
        <p:spPr>
          <a:xfrm>
            <a:off x="819071" y="4445000"/>
            <a:ext cx="10553859" cy="1270000"/>
          </a:xfrm>
          <a:prstGeom prst="roundRect">
            <a:avLst>
              <a:gd fmla="val 3033" name="adj"/>
            </a:avLst>
          </a:prstGeom>
          <a:solidFill>
            <a:srgbClr val="F7D9BF"/>
          </a:solidFill>
          <a:ln cap="flat" cmpd="sng" w="12700">
            <a:solidFill>
              <a:srgbClr val="E078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arrow-left" id="256" name="Google Shape;256;p9"/>
          <p:cNvPicPr preferRelativeResize="0"/>
          <p:nvPr/>
        </p:nvPicPr>
        <p:blipFill rotWithShape="1">
          <a:blip r:embed="rId4">
            <a:alphaModFix/>
          </a:blip>
          <a:srcRect b="-99" l="0" r="0" t="-99"/>
          <a:stretch/>
        </p:blipFill>
        <p:spPr>
          <a:xfrm>
            <a:off x="1125141" y="4896923"/>
            <a:ext cx="557570" cy="355521"/>
          </a:xfrm>
          <a:prstGeom prst="rect">
            <a:avLst/>
          </a:prstGeom>
          <a:noFill/>
          <a:ln>
            <a:noFill/>
          </a:ln>
        </p:spPr>
      </p:pic>
      <p:sp>
        <p:nvSpPr>
          <p:cNvPr id="257" name="Google Shape;257;p9"/>
          <p:cNvSpPr/>
          <p:nvPr/>
        </p:nvSpPr>
        <p:spPr>
          <a:xfrm>
            <a:off x="1936671" y="4597242"/>
            <a:ext cx="9404095" cy="43426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B2A41"/>
              </a:buClr>
              <a:buSzPts val="2300"/>
              <a:buFont typeface="IBM Plex Sans"/>
              <a:buNone/>
            </a:pPr>
            <a:r>
              <a:rPr b="1" i="0" lang="en-US" sz="2300" u="none" cap="none" strike="noStrike">
                <a:solidFill>
                  <a:srgbClr val="1B2A41"/>
                </a:solidFill>
                <a:latin typeface="IBM Plex Sans"/>
                <a:ea typeface="IBM Plex Sans"/>
                <a:cs typeface="IBM Plex Sans"/>
                <a:sym typeface="IBM Plex Sans"/>
              </a:rPr>
              <a:t>Si algo falla, volvemos al modelo anterior</a:t>
            </a:r>
            <a:endParaRPr b="0" i="0" sz="2300" u="none" cap="none" strike="noStrike">
              <a:solidFill>
                <a:schemeClr val="dk1"/>
              </a:solidFill>
              <a:latin typeface="IBM Plex Sans"/>
              <a:ea typeface="IBM Plex Sans"/>
              <a:cs typeface="IBM Plex Sans"/>
              <a:sym typeface="IBM Plex Sans"/>
            </a:endParaRPr>
          </a:p>
        </p:txBody>
      </p:sp>
      <p:sp>
        <p:nvSpPr>
          <p:cNvPr id="258" name="Google Shape;258;p9"/>
          <p:cNvSpPr/>
          <p:nvPr/>
        </p:nvSpPr>
        <p:spPr>
          <a:xfrm>
            <a:off x="1936671" y="5056823"/>
            <a:ext cx="9404095" cy="5207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1B2A41"/>
              </a:buClr>
              <a:buSzPts val="1500"/>
              <a:buFont typeface="IBM Plex Sans"/>
              <a:buNone/>
            </a:pPr>
            <a:r>
              <a:rPr b="0" i="0" lang="en-US" sz="1500" u="none" cap="none" strike="noStrike">
                <a:solidFill>
                  <a:srgbClr val="1B2A41"/>
                </a:solidFill>
                <a:latin typeface="IBM Plex Sans"/>
                <a:ea typeface="IBM Plex Sans"/>
                <a:cs typeface="IBM Plex Sans"/>
                <a:sym typeface="IBM Plex Sans"/>
              </a:rPr>
              <a:t>Se aborta el canary y el 100 % del tráfico vuelve a la 1.4.2, que nunca se apagó. Tiempos, porcentajes y umbrales son propuesta del grupo.</a:t>
            </a:r>
            <a:endParaRPr b="0" i="0" sz="1500" u="none" cap="none" strike="noStrike">
              <a:solidFill>
                <a:schemeClr val="dk1"/>
              </a:solidFill>
              <a:latin typeface="IBM Plex Sans"/>
              <a:ea typeface="IBM Plex Sans"/>
              <a:cs typeface="IBM Plex Sans"/>
              <a:sym typeface="IBM Plex Sans"/>
            </a:endParaRPr>
          </a:p>
        </p:txBody>
      </p:sp>
      <p:sp>
        <p:nvSpPr>
          <p:cNvPr id="259" name="Google Shape;259;p9"/>
          <p:cNvSpPr/>
          <p:nvPr/>
        </p:nvSpPr>
        <p:spPr>
          <a:xfrm>
            <a:off x="812721" y="6238283"/>
            <a:ext cx="7194469" cy="2387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E6673"/>
              </a:buClr>
              <a:buSzPts val="1200"/>
              <a:buFont typeface="IBM Plex Sans"/>
              <a:buNone/>
            </a:pPr>
            <a:r>
              <a:rPr b="0" i="0" lang="en-US" sz="1200" u="none" cap="none" strike="noStrike">
                <a:solidFill>
                  <a:srgbClr val="5E6673"/>
                </a:solidFill>
                <a:latin typeface="IBM Plex Sans"/>
                <a:ea typeface="IBM Plex Sans"/>
                <a:cs typeface="IBM Plex Sans"/>
                <a:sym typeface="IBM Plex Sans"/>
              </a:rPr>
              <a:t>UTN FRC · Ingeniería y Calidad de Software · 4K3 · Grupo 13</a:t>
            </a:r>
            <a:endParaRPr b="0" i="0" sz="1200" u="none" cap="none" strike="noStrike">
              <a:solidFill>
                <a:schemeClr val="dk1"/>
              </a:solidFill>
              <a:latin typeface="IBM Plex Sans"/>
              <a:ea typeface="IBM Plex Sans"/>
              <a:cs typeface="IBM Plex Sans"/>
              <a:sym typeface="IBM Plex Sans"/>
            </a:endParaRPr>
          </a:p>
        </p:txBody>
      </p:sp>
      <p:sp>
        <p:nvSpPr>
          <p:cNvPr id="260" name="Google Shape;260;p9"/>
          <p:cNvSpPr/>
          <p:nvPr/>
        </p:nvSpPr>
        <p:spPr>
          <a:xfrm>
            <a:off x="8632270" y="6238283"/>
            <a:ext cx="2747010" cy="23876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5E6673"/>
              </a:buClr>
              <a:buSzPts val="1200"/>
              <a:buFont typeface="IBM Plex Sans"/>
              <a:buNone/>
            </a:pPr>
            <a:r>
              <a:rPr b="0" i="0" lang="en-US" sz="1200" u="none" cap="none" strike="noStrike">
                <a:solidFill>
                  <a:srgbClr val="5E6673"/>
                </a:solidFill>
                <a:latin typeface="IBM Plex Sans"/>
                <a:ea typeface="IBM Plex Sans"/>
                <a:cs typeface="IBM Plex Sans"/>
                <a:sym typeface="IBM Plex Sans"/>
              </a:rPr>
              <a:t>Desarrollo · 6 / 17</a:t>
            </a:r>
            <a:endParaRPr b="0" i="0" sz="1200" u="none" cap="none" strike="noStrike">
              <a:solidFill>
                <a:schemeClr val="dk1"/>
              </a:solidFill>
              <a:latin typeface="IBM Plex Sans"/>
              <a:ea typeface="IBM Plex Sans"/>
              <a:cs typeface="IBM Plex Sans"/>
              <a:sym typeface="IBM Plex Sans"/>
            </a:endParaRPr>
          </a:p>
        </p:txBody>
      </p:sp>
      <p:sp>
        <p:nvSpPr>
          <p:cNvPr id="9001" name="Corr 9001"/>
          <p:cNvSpPr/>
          <p:nvPr/>
        </p:nvSpPr>
        <p:spPr>
          <a:xfrm>
            <a:off x="812800" y="3213100"/>
            <a:ext cx="18034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s-AR" sz="1300" u="none" cap="none" strike="noStrike">
                <a:solidFill>
                  <a:srgbClr val="2B5C9E"/>
                </a:solidFill>
                <a:latin typeface="IBM Plex Sans"/>
                <a:ea typeface="IBM Plex Sans"/>
                <a:cs typeface="IBM Plex Sans"/>
                <a:sym typeface="IBM Plex Sans"/>
              </a:rPr>
              <a:t>14 días</a:t>
            </a:r>
          </a:p>
        </p:txBody>
      </p:sp>
      <p:sp>
        <p:nvSpPr>
          <p:cNvPr id="9002" name="Corr 9002"/>
          <p:cNvSpPr/>
          <p:nvPr/>
        </p:nvSpPr>
        <p:spPr>
          <a:xfrm>
            <a:off x="2997200" y="3213100"/>
            <a:ext cx="18034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s-AR" sz="1300" u="none" cap="none" strike="noStrike">
                <a:solidFill>
                  <a:srgbClr val="2B5C9E"/>
                </a:solidFill>
                <a:latin typeface="IBM Plex Sans"/>
                <a:ea typeface="IBM Plex Sans"/>
                <a:cs typeface="IBM Plex Sans"/>
                <a:sym typeface="IBM Plex Sans"/>
              </a:rPr>
              <a:t>2 días</a:t>
            </a:r>
          </a:p>
        </p:txBody>
      </p:sp>
      <p:sp>
        <p:nvSpPr>
          <p:cNvPr id="9003" name="Corr 9003"/>
          <p:cNvSpPr/>
          <p:nvPr/>
        </p:nvSpPr>
        <p:spPr>
          <a:xfrm>
            <a:off x="5181600" y="3213100"/>
            <a:ext cx="18034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s-AR" sz="1300" u="none" cap="none" strike="noStrike">
                <a:solidFill>
                  <a:srgbClr val="2B5C9E"/>
                </a:solidFill>
                <a:latin typeface="IBM Plex Sans"/>
                <a:ea typeface="IBM Plex Sans"/>
                <a:cs typeface="IBM Plex Sans"/>
                <a:sym typeface="IBM Plex Sans"/>
              </a:rPr>
              <a:t>3 días</a:t>
            </a:r>
          </a:p>
        </p:txBody>
      </p:sp>
      <p:sp>
        <p:nvSpPr>
          <p:cNvPr id="9004" name="Corr 9004"/>
          <p:cNvSpPr/>
          <p:nvPr/>
        </p:nvSpPr>
        <p:spPr>
          <a:xfrm>
            <a:off x="7366000" y="3213100"/>
            <a:ext cx="1803400" cy="22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i="0" lang="es-AR" sz="1300" u="none" cap="none" strike="noStrike">
                <a:solidFill>
                  <a:srgbClr val="2B5C9E"/>
                </a:solidFill>
                <a:latin typeface="IBM Plex Sans"/>
                <a:ea typeface="IBM Plex Sans"/>
                <a:cs typeface="IBM Plex Sans"/>
                <a:sym typeface="IBM Plex Sans"/>
              </a:rPr>
              <a:t>7 días</a:t>
            </a:r>
          </a:p>
        </p:txBody>
      </p:sp>
      <p:sp>
        <p:nvSpPr>
          <p:cNvPr id="9011" name="Corr 9011"/>
          <p:cNvSpPr/>
          <p:nvPr/>
        </p:nvSpPr>
        <p:spPr>
          <a:xfrm>
            <a:off x="812800" y="3898900"/>
            <a:ext cx="2514600" cy="381000"/>
          </a:xfrm>
          <a:prstGeom prst="roundRect">
            <a:avLst>
              <a:gd fmla="val 2857" name="adj"/>
            </a:avLst>
          </a:prstGeom>
          <a:solidFill>
            <a:srgbClr val="E3ECF8"/>
          </a:solidFill>
          <a:ln>
            <a:noFill/>
          </a:ln>
        </p:spPr>
        <p:txBody>
          <a:bodyPr anchorCtr="0" anchor="ctr" bIns="0" lIns="45720" spcFirstLastPara="1" rIns="45720" wrap="square" tIns="0">
            <a:noAutofit/>
          </a:bodyPr>
          <a:lstStyle/>
          <a:p>
            <a:pPr indent="0" lvl="0" marL="0" marR="0" rtl="0" algn="ctr">
              <a:spcBef>
                <a:spcPts val="0"/>
              </a:spcBef>
              <a:spcAft>
                <a:spcPts val="0"/>
              </a:spcAft>
              <a:buNone/>
            </a:pPr>
            <a:r>
              <a:rPr b="1" i="0" lang="es-AR" sz="1300" u="none" cap="none" strike="noStrike">
                <a:solidFill>
                  <a:srgbClr val="1B2A41"/>
                </a:solidFill>
                <a:latin typeface="IBM Plex Sans"/>
                <a:ea typeface="IBM Plex Sans"/>
                <a:cs typeface="IBM Plex Sans"/>
                <a:sym typeface="IBM Plex Sans"/>
              </a:rPr>
              <a:t>Bloqueos: dentro de ±10 %</a:t>
            </a:r>
          </a:p>
        </p:txBody>
      </p:sp>
      <p:sp>
        <p:nvSpPr>
          <p:cNvPr id="9012" name="Corr 9012"/>
          <p:cNvSpPr/>
          <p:nvPr/>
        </p:nvSpPr>
        <p:spPr>
          <a:xfrm>
            <a:off x="3492500" y="3898900"/>
            <a:ext cx="2514600" cy="381000"/>
          </a:xfrm>
          <a:prstGeom prst="roundRect">
            <a:avLst>
              <a:gd fmla="val 2857" name="adj"/>
            </a:avLst>
          </a:prstGeom>
          <a:solidFill>
            <a:srgbClr val="E3ECF8"/>
          </a:solidFill>
          <a:ln>
            <a:noFill/>
          </a:ln>
        </p:spPr>
        <p:txBody>
          <a:bodyPr anchorCtr="0" anchor="ctr" bIns="0" lIns="45720" spcFirstLastPara="1" rIns="45720" wrap="square" tIns="0">
            <a:noAutofit/>
          </a:bodyPr>
          <a:lstStyle/>
          <a:p>
            <a:pPr indent="0" lvl="0" marL="0" marR="0" rtl="0" algn="ctr">
              <a:spcBef>
                <a:spcPts val="0"/>
              </a:spcBef>
              <a:spcAft>
                <a:spcPts val="0"/>
              </a:spcAft>
              <a:buNone/>
            </a:pPr>
            <a:r>
              <a:rPr b="1" i="0" lang="es-AR" sz="1300" u="none" cap="none" strike="noStrike">
                <a:solidFill>
                  <a:srgbClr val="1B2A41"/>
                </a:solidFill>
                <a:latin typeface="IBM Plex Sans"/>
                <a:ea typeface="IBM Plex Sans"/>
                <a:cs typeface="IBM Plex Sans"/>
                <a:sym typeface="IBM Plex Sans"/>
              </a:rPr>
              <a:t>Detecta igual o más fraude</a:t>
            </a:r>
          </a:p>
        </p:txBody>
      </p:sp>
      <p:sp>
        <p:nvSpPr>
          <p:cNvPr id="9013" name="Corr 9013"/>
          <p:cNvSpPr/>
          <p:nvPr/>
        </p:nvSpPr>
        <p:spPr>
          <a:xfrm>
            <a:off x="6172200" y="3898900"/>
            <a:ext cx="2514600" cy="381000"/>
          </a:xfrm>
          <a:prstGeom prst="roundRect">
            <a:avLst>
              <a:gd fmla="val 2857" name="adj"/>
            </a:avLst>
          </a:prstGeom>
          <a:solidFill>
            <a:srgbClr val="E3ECF8"/>
          </a:solidFill>
          <a:ln>
            <a:noFill/>
          </a:ln>
        </p:spPr>
        <p:txBody>
          <a:bodyPr anchorCtr="0" anchor="ctr" bIns="0" lIns="45720" spcFirstLastPara="1" rIns="45720" wrap="square" tIns="0">
            <a:noAutofit/>
          </a:bodyPr>
          <a:lstStyle/>
          <a:p>
            <a:pPr indent="0" lvl="0" marL="0" marR="0" rtl="0" algn="ctr">
              <a:spcBef>
                <a:spcPts val="0"/>
              </a:spcBef>
              <a:spcAft>
                <a:spcPts val="0"/>
              </a:spcAft>
              <a:buNone/>
            </a:pPr>
            <a:r>
              <a:rPr b="1" i="0" lang="es-AR" sz="1300" u="none" cap="none" strike="noStrike">
                <a:solidFill>
                  <a:srgbClr val="1B2A41"/>
                </a:solidFill>
                <a:latin typeface="IBM Plex Sans"/>
                <a:ea typeface="IBM Plex Sans"/>
                <a:cs typeface="IBM Plex Sans"/>
                <a:sym typeface="IBM Plex Sans"/>
              </a:rPr>
              <a:t>99 % responde en &lt; 100 ms</a:t>
            </a:r>
          </a:p>
        </p:txBody>
      </p:sp>
      <p:sp>
        <p:nvSpPr>
          <p:cNvPr id="9014" name="Corr 9014"/>
          <p:cNvSpPr/>
          <p:nvPr/>
        </p:nvSpPr>
        <p:spPr>
          <a:xfrm>
            <a:off x="8851900" y="3898900"/>
            <a:ext cx="2514600" cy="381000"/>
          </a:xfrm>
          <a:prstGeom prst="roundRect">
            <a:avLst>
              <a:gd fmla="val 2857" name="adj"/>
            </a:avLst>
          </a:prstGeom>
          <a:solidFill>
            <a:srgbClr val="E3ECF8"/>
          </a:solidFill>
          <a:ln>
            <a:noFill/>
          </a:ln>
        </p:spPr>
        <p:txBody>
          <a:bodyPr anchorCtr="0" anchor="ctr" bIns="0" lIns="45720" spcFirstLastPara="1" rIns="45720" wrap="square" tIns="0">
            <a:noAutofit/>
          </a:bodyPr>
          <a:lstStyle/>
          <a:p>
            <a:pPr indent="0" lvl="0" marL="0" marR="0" rtl="0" algn="ctr">
              <a:spcBef>
                <a:spcPts val="0"/>
              </a:spcBef>
              <a:spcAft>
                <a:spcPts val="0"/>
              </a:spcAft>
              <a:buNone/>
            </a:pPr>
            <a:r>
              <a:rPr b="1" i="0" lang="es-AR" sz="1300" u="none" cap="none" strike="noStrike">
                <a:solidFill>
                  <a:srgbClr val="1B2A41"/>
                </a:solidFill>
                <a:latin typeface="IBM Plex Sans"/>
                <a:ea typeface="IBM Plex Sans"/>
                <a:cs typeface="IBM Plex Sans"/>
                <a:sym typeface="IBM Plex Sans"/>
              </a:rPr>
              <a:t>Errores: menos del 0,1 %</a:t>
            </a: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2"/>
        </a:solidFill>
      </p:bgPr>
    </p:bg>
    <p:spTree>
      <p:nvGrpSpPr>
        <p:cNvPr id="265" name="Shape 265"/>
        <p:cNvGrpSpPr/>
        <p:nvPr/>
      </p:nvGrpSpPr>
      <p:grpSpPr>
        <a:xfrm>
          <a:off x="0" y="0"/>
          <a:ext cx="0" cy="0"/>
          <a:chOff x="0" y="0"/>
          <a:chExt cx="0" cy="0"/>
        </a:xfrm>
      </p:grpSpPr>
      <p:sp>
        <p:nvSpPr>
          <p:cNvPr id="266" name="Google Shape;266;p10"/>
          <p:cNvSpPr txBox="1"/>
          <p:nvPr>
            <p:ph type="title"/>
          </p:nvPr>
        </p:nvSpPr>
        <p:spPr>
          <a:xfrm>
            <a:off x="812721" y="711160"/>
            <a:ext cx="10883556" cy="4445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B2A41"/>
              </a:buClr>
              <a:buSzPts val="3000"/>
              <a:buFont typeface="IBM Plex Sans"/>
              <a:buNone/>
            </a:pPr>
            <a:r>
              <a:rPr b="1" i="0" lang="en-US" sz="3000">
                <a:solidFill>
                  <a:srgbClr val="1B2A41"/>
                </a:solidFill>
                <a:latin typeface="IBM Plex Sans"/>
                <a:ea typeface="IBM Plex Sans"/>
                <a:cs typeface="IBM Plex Sans"/>
                <a:sym typeface="IBM Plex Sans"/>
              </a:rPr>
              <a:t>Plan de release (1 de 2)</a:t>
            </a:r>
            <a:endParaRPr sz="3000"/>
          </a:p>
        </p:txBody>
      </p:sp>
      <p:graphicFrame>
        <p:nvGraphicFramePr>
          <p:cNvPr id="267" name="Google Shape;267;p10"/>
          <p:cNvGraphicFramePr/>
          <p:nvPr/>
        </p:nvGraphicFramePr>
        <p:xfrm>
          <a:off x="820341" y="1366480"/>
          <a:ext cx="3000000" cy="3000000"/>
        </p:xfrm>
        <a:graphic>
          <a:graphicData uri="http://schemas.openxmlformats.org/drawingml/2006/table">
            <a:tbl>
              <a:tblPr>
                <a:noFill/>
                <a:tableStyleId>{D35FD4F5-A206-4223-8624-4838E2B06004}</a:tableStyleId>
              </a:tblPr>
              <a:tblGrid>
                <a:gridCol w="3484450"/>
                <a:gridCol w="7074500"/>
              </a:tblGrid>
              <a:tr h="460775">
                <a:tc>
                  <a:txBody>
                    <a:bodyPr/>
                    <a:lstStyle/>
                    <a:p>
                      <a:pPr indent="0" lvl="0" marL="0" marR="0" rtl="0" algn="l">
                        <a:lnSpc>
                          <a:spcPct val="140000"/>
                        </a:lnSpc>
                        <a:spcBef>
                          <a:spcPts val="0"/>
                        </a:spcBef>
                        <a:spcAft>
                          <a:spcPts val="0"/>
                        </a:spcAft>
                        <a:buClr>
                          <a:srgbClr val="1B2A41"/>
                        </a:buClr>
                        <a:buSzPts val="1700"/>
                        <a:buFont typeface="IBM Plex Sans"/>
                        <a:buNone/>
                      </a:pPr>
                      <a:r>
                        <a:rPr b="1" lang="en-US" sz="1700" u="none" cap="none" strike="noStrike">
                          <a:solidFill>
                            <a:srgbClr val="1B2A41"/>
                          </a:solidFill>
                          <a:latin typeface="IBM Plex Sans"/>
                          <a:ea typeface="IBM Plex Sans"/>
                          <a:cs typeface="IBM Plex Sans"/>
                          <a:sym typeface="IBM Plex Sans"/>
                        </a:rPr>
                        <a:t>Ítem</a:t>
                      </a:r>
                      <a:endParaRPr sz="1700" u="none" cap="none" strike="noStrike">
                        <a:latin typeface="IBM Plex Sans"/>
                        <a:ea typeface="IBM Plex Sans"/>
                        <a:cs typeface="IBM Plex Sans"/>
                        <a:sym typeface="IBM Plex Sans"/>
                      </a:endParaRPr>
                    </a:p>
                  </a:txBody>
                  <a:tcPr marT="75575" marB="75575" marR="75575" marL="75575">
                    <a:lnL cap="flat" cmpd="sng" w="12700">
                      <a:solidFill>
                        <a:srgbClr val="C5C4C1"/>
                      </a:solidFill>
                      <a:prstDash val="solid"/>
                      <a:round/>
                      <a:headEnd len="sm" w="sm" type="none"/>
                      <a:tailEnd len="sm" w="sm" type="none"/>
                    </a:lnL>
                    <a:lnR cap="flat" cmpd="sng" w="12700">
                      <a:solidFill>
                        <a:srgbClr val="B5BCC6"/>
                      </a:solidFill>
                      <a:prstDash val="solid"/>
                      <a:round/>
                      <a:headEnd len="sm" w="sm" type="none"/>
                      <a:tailEnd len="sm" w="sm" type="none"/>
                    </a:lnR>
                    <a:lnT cap="flat" cmpd="sng" w="12700">
                      <a:solidFill>
                        <a:srgbClr val="C5C4C1"/>
                      </a:solidFill>
                      <a:prstDash val="solid"/>
                      <a:round/>
                      <a:headEnd len="sm" w="sm" type="none"/>
                      <a:tailEnd len="sm" w="sm" type="none"/>
                    </a:lnT>
                    <a:lnB cap="flat" cmpd="sng" w="12700">
                      <a:solidFill>
                        <a:srgbClr val="B5BCC6"/>
                      </a:solidFill>
                      <a:prstDash val="solid"/>
                      <a:round/>
                      <a:headEnd len="sm" w="sm" type="none"/>
                      <a:tailEnd len="sm" w="sm" type="none"/>
                    </a:lnB>
                    <a:solidFill>
                      <a:srgbClr val="E3ECF8"/>
                    </a:solidFill>
                  </a:tcPr>
                </a:tc>
                <a:tc>
                  <a:txBody>
                    <a:bodyPr/>
                    <a:lstStyle/>
                    <a:p>
                      <a:pPr indent="0" lvl="0" marL="0" marR="0" rtl="0" algn="l">
                        <a:lnSpc>
                          <a:spcPct val="140000"/>
                        </a:lnSpc>
                        <a:spcBef>
                          <a:spcPts val="0"/>
                        </a:spcBef>
                        <a:spcAft>
                          <a:spcPts val="0"/>
                        </a:spcAft>
                        <a:buClr>
                          <a:srgbClr val="1B2A41"/>
                        </a:buClr>
                        <a:buSzPts val="1700"/>
                        <a:buFont typeface="IBM Plex Sans"/>
                        <a:buNone/>
                      </a:pPr>
                      <a:r>
                        <a:rPr b="1" lang="en-US" sz="1700" u="none" cap="none" strike="noStrike">
                          <a:solidFill>
                            <a:srgbClr val="1B2A41"/>
                          </a:solidFill>
                          <a:latin typeface="IBM Plex Sans"/>
                          <a:ea typeface="IBM Plex Sans"/>
                          <a:cs typeface="IBM Plex Sans"/>
                          <a:sym typeface="IBM Plex Sans"/>
                        </a:rPr>
                        <a:t>Qué definimos</a:t>
                      </a:r>
                      <a:endParaRPr sz="1700" u="none" cap="none" strike="noStrike">
                        <a:latin typeface="IBM Plex Sans"/>
                        <a:ea typeface="IBM Plex Sans"/>
                        <a:cs typeface="IBM Plex Sans"/>
                        <a:sym typeface="IBM Plex Sans"/>
                      </a:endParaRPr>
                    </a:p>
                  </a:txBody>
                  <a:tcPr marT="75575" marB="75575" marR="75575" marL="75575">
                    <a:lnL cap="flat" cmpd="sng" w="12700">
                      <a:solidFill>
                        <a:srgbClr val="B5BCC6"/>
                      </a:solidFill>
                      <a:prstDash val="solid"/>
                      <a:round/>
                      <a:headEnd len="sm" w="sm" type="none"/>
                      <a:tailEnd len="sm" w="sm" type="none"/>
                    </a:lnL>
                    <a:lnR cap="flat" cmpd="sng" w="12700">
                      <a:solidFill>
                        <a:srgbClr val="B5BCC6"/>
                      </a:solidFill>
                      <a:prstDash val="solid"/>
                      <a:round/>
                      <a:headEnd len="sm" w="sm" type="none"/>
                      <a:tailEnd len="sm" w="sm" type="none"/>
                    </a:lnR>
                    <a:lnT cap="flat" cmpd="sng" w="12700">
                      <a:solidFill>
                        <a:srgbClr val="C5C4C1"/>
                      </a:solidFill>
                      <a:prstDash val="solid"/>
                      <a:round/>
                      <a:headEnd len="sm" w="sm" type="none"/>
                      <a:tailEnd len="sm" w="sm" type="none"/>
                    </a:lnT>
                    <a:lnB cap="flat" cmpd="sng" w="12700">
                      <a:solidFill>
                        <a:srgbClr val="B5BCC6"/>
                      </a:solidFill>
                      <a:prstDash val="solid"/>
                      <a:round/>
                      <a:headEnd len="sm" w="sm" type="none"/>
                      <a:tailEnd len="sm" w="sm" type="none"/>
                    </a:lnB>
                    <a:solidFill>
                      <a:srgbClr val="E3ECF8"/>
                    </a:solidFill>
                  </a:tcPr>
                </a:tc>
              </a:tr>
              <a:tr h="460775">
                <a:tc>
                  <a:txBody>
                    <a:bodyPr/>
                    <a:lstStyle/>
                    <a:p>
                      <a:pPr indent="0" lvl="0" marL="0" marR="0" rtl="0" algn="l">
                        <a:lnSpc>
                          <a:spcPct val="140000"/>
                        </a:lnSpc>
                        <a:spcBef>
                          <a:spcPts val="0"/>
                        </a:spcBef>
                        <a:spcAft>
                          <a:spcPts val="0"/>
                        </a:spcAft>
                        <a:buClr>
                          <a:srgbClr val="1B2A41"/>
                        </a:buClr>
                        <a:buSzPts val="1700"/>
                        <a:buFont typeface="IBM Plex Sans"/>
                        <a:buNone/>
                      </a:pPr>
                      <a:r>
                        <a:rPr lang="en-US" sz="1700" u="none" cap="none" strike="noStrike">
                          <a:solidFill>
                            <a:srgbClr val="1B2A41"/>
                          </a:solidFill>
                          <a:latin typeface="IBM Plex Sans"/>
                          <a:ea typeface="IBM Plex Sans"/>
                          <a:cs typeface="IBM Plex Sans"/>
                          <a:sym typeface="IBM Plex Sans"/>
                        </a:rPr>
                        <a:t>1. Entorno de destino</a:t>
                      </a:r>
                      <a:endParaRPr sz="1700" u="none" cap="none" strike="noStrike">
                        <a:latin typeface="IBM Plex Sans"/>
                        <a:ea typeface="IBM Plex Sans"/>
                        <a:cs typeface="IBM Plex Sans"/>
                        <a:sym typeface="IBM Plex Sans"/>
                      </a:endParaRPr>
                    </a:p>
                  </a:txBody>
                  <a:tcPr marT="75575" marB="75575" marR="75575" marL="75575">
                    <a:lnL cap="flat" cmpd="sng" w="12700">
                      <a:solidFill>
                        <a:srgbClr val="C5C4C1"/>
                      </a:solidFill>
                      <a:prstDash val="solid"/>
                      <a:round/>
                      <a:headEnd len="sm" w="sm" type="none"/>
                      <a:tailEnd len="sm" w="sm" type="none"/>
                    </a:lnL>
                    <a:lnR cap="flat" cmpd="sng" w="12700">
                      <a:solidFill>
                        <a:srgbClr val="C5C4C1"/>
                      </a:solidFill>
                      <a:prstDash val="solid"/>
                      <a:round/>
                      <a:headEnd len="sm" w="sm" type="none"/>
                      <a:tailEnd len="sm" w="sm" type="none"/>
                    </a:lnR>
                    <a:lnT cap="flat" cmpd="sng" w="12700">
                      <a:solidFill>
                        <a:srgbClr val="B5BCC6"/>
                      </a:solidFill>
                      <a:prstDash val="solid"/>
                      <a:round/>
                      <a:headEnd len="sm" w="sm" type="none"/>
                      <a:tailEnd len="sm" w="sm" type="none"/>
                    </a:lnT>
                    <a:lnB cap="flat" cmpd="sng" w="12700">
                      <a:solidFill>
                        <a:srgbClr val="C5C4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A41"/>
                        </a:buClr>
                        <a:buSzPts val="1700"/>
                        <a:buFont typeface="IBM Plex Sans"/>
                        <a:buNone/>
                      </a:pPr>
                      <a:r>
                        <a:rPr lang="en-US" sz="1700" u="none" cap="none" strike="noStrike">
                          <a:solidFill>
                            <a:srgbClr val="1B2A41"/>
                          </a:solidFill>
                          <a:latin typeface="IBM Plex Sans"/>
                          <a:ea typeface="IBM Plex Sans"/>
                          <a:cs typeface="IBM Plex Sans"/>
                          <a:sym typeface="IBM Plex Sans"/>
                        </a:rPr>
                        <a:t>Producción (clúster de inferencia); antes, preproducción</a:t>
                      </a:r>
                      <a:endParaRPr sz="1700" u="none" cap="none" strike="noStrike">
                        <a:latin typeface="IBM Plex Sans"/>
                        <a:ea typeface="IBM Plex Sans"/>
                        <a:cs typeface="IBM Plex Sans"/>
                        <a:sym typeface="IBM Plex Sans"/>
                      </a:endParaRPr>
                    </a:p>
                  </a:txBody>
                  <a:tcPr marT="75575" marB="75575" marR="75575" marL="75575">
                    <a:lnL cap="flat" cmpd="sng" w="12700">
                      <a:solidFill>
                        <a:srgbClr val="C5C4C1"/>
                      </a:solidFill>
                      <a:prstDash val="solid"/>
                      <a:round/>
                      <a:headEnd len="sm" w="sm" type="none"/>
                      <a:tailEnd len="sm" w="sm" type="none"/>
                    </a:lnL>
                    <a:lnR cap="flat" cmpd="sng" w="12700">
                      <a:solidFill>
                        <a:srgbClr val="C5C4C1"/>
                      </a:solidFill>
                      <a:prstDash val="solid"/>
                      <a:round/>
                      <a:headEnd len="sm" w="sm" type="none"/>
                      <a:tailEnd len="sm" w="sm" type="none"/>
                    </a:lnR>
                    <a:lnT cap="flat" cmpd="sng" w="12700">
                      <a:solidFill>
                        <a:srgbClr val="B5BCC6"/>
                      </a:solidFill>
                      <a:prstDash val="solid"/>
                      <a:round/>
                      <a:headEnd len="sm" w="sm" type="none"/>
                      <a:tailEnd len="sm" w="sm" type="none"/>
                    </a:lnT>
                    <a:lnB cap="flat" cmpd="sng" w="12700">
                      <a:solidFill>
                        <a:srgbClr val="C5C4C1"/>
                      </a:solidFill>
                      <a:prstDash val="solid"/>
                      <a:round/>
                      <a:headEnd len="sm" w="sm" type="none"/>
                      <a:tailEnd len="sm" w="sm" type="none"/>
                    </a:lnB>
                  </a:tcPr>
                </a:tc>
              </a:tr>
              <a:tr h="460775">
                <a:tc>
                  <a:txBody>
                    <a:bodyPr/>
                    <a:lstStyle/>
                    <a:p>
                      <a:pPr indent="0" lvl="0" marL="0" marR="0" rtl="0" algn="l">
                        <a:lnSpc>
                          <a:spcPct val="140000"/>
                        </a:lnSpc>
                        <a:spcBef>
                          <a:spcPts val="0"/>
                        </a:spcBef>
                        <a:spcAft>
                          <a:spcPts val="0"/>
                        </a:spcAft>
                        <a:buClr>
                          <a:srgbClr val="1B2A41"/>
                        </a:buClr>
                        <a:buSzPts val="1700"/>
                        <a:buFont typeface="IBM Plex Sans"/>
                        <a:buNone/>
                      </a:pPr>
                      <a:r>
                        <a:rPr lang="en-US" sz="1700" u="none" cap="none" strike="noStrike">
                          <a:solidFill>
                            <a:srgbClr val="1B2A41"/>
                          </a:solidFill>
                          <a:latin typeface="IBM Plex Sans"/>
                          <a:ea typeface="IBM Plex Sans"/>
                          <a:cs typeface="IBM Plex Sans"/>
                          <a:sym typeface="IBM Plex Sans"/>
                        </a:rPr>
                        <a:t>2. Tipo de despliegue</a:t>
                      </a:r>
                      <a:endParaRPr sz="1700" u="none" cap="none" strike="noStrike">
                        <a:latin typeface="IBM Plex Sans"/>
                        <a:ea typeface="IBM Plex Sans"/>
                        <a:cs typeface="IBM Plex Sans"/>
                        <a:sym typeface="IBM Plex Sans"/>
                      </a:endParaRPr>
                    </a:p>
                  </a:txBody>
                  <a:tcPr marT="75575" marB="75575" marR="75575" marL="75575">
                    <a:lnL cap="flat" cmpd="sng" w="12700">
                      <a:solidFill>
                        <a:srgbClr val="C5C4C1"/>
                      </a:solidFill>
                      <a:prstDash val="solid"/>
                      <a:round/>
                      <a:headEnd len="sm" w="sm" type="none"/>
                      <a:tailEnd len="sm" w="sm" type="none"/>
                    </a:lnL>
                    <a:lnR cap="flat" cmpd="sng" w="12700">
                      <a:solidFill>
                        <a:srgbClr val="C5C4C1"/>
                      </a:solidFill>
                      <a:prstDash val="solid"/>
                      <a:round/>
                      <a:headEnd len="sm" w="sm" type="none"/>
                      <a:tailEnd len="sm" w="sm" type="none"/>
                    </a:lnR>
                    <a:lnT cap="flat" cmpd="sng" w="12700">
                      <a:solidFill>
                        <a:srgbClr val="C5C4C1"/>
                      </a:solidFill>
                      <a:prstDash val="solid"/>
                      <a:round/>
                      <a:headEnd len="sm" w="sm" type="none"/>
                      <a:tailEnd len="sm" w="sm" type="none"/>
                    </a:lnT>
                    <a:lnB cap="flat" cmpd="sng" w="12700">
                      <a:solidFill>
                        <a:srgbClr val="C5C4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A41"/>
                        </a:buClr>
                        <a:buSzPts val="1700"/>
                        <a:buFont typeface="IBM Plex Sans"/>
                        <a:buNone/>
                      </a:pPr>
                      <a:r>
                        <a:rPr lang="en-US" sz="1700" u="none" cap="none" strike="noStrike">
                          <a:solidFill>
                            <a:srgbClr val="1B2A41"/>
                          </a:solidFill>
                          <a:latin typeface="IBM Plex Sans"/>
                          <a:ea typeface="IBM Plex Sans"/>
                          <a:cs typeface="IBM Plex Sans"/>
                          <a:sym typeface="IBM Plex Sans"/>
                        </a:rPr>
                        <a:t>Gradual, sin cortar el servicio</a:t>
                      </a:r>
                      <a:endParaRPr sz="1700" u="none" cap="none" strike="noStrike">
                        <a:latin typeface="IBM Plex Sans"/>
                        <a:ea typeface="IBM Plex Sans"/>
                        <a:cs typeface="IBM Plex Sans"/>
                        <a:sym typeface="IBM Plex Sans"/>
                      </a:endParaRPr>
                    </a:p>
                  </a:txBody>
                  <a:tcPr marT="75575" marB="75575" marR="75575" marL="75575">
                    <a:lnL cap="flat" cmpd="sng" w="12700">
                      <a:solidFill>
                        <a:srgbClr val="C5C4C1"/>
                      </a:solidFill>
                      <a:prstDash val="solid"/>
                      <a:round/>
                      <a:headEnd len="sm" w="sm" type="none"/>
                      <a:tailEnd len="sm" w="sm" type="none"/>
                    </a:lnL>
                    <a:lnR cap="flat" cmpd="sng" w="12700">
                      <a:solidFill>
                        <a:srgbClr val="C5C4C1"/>
                      </a:solidFill>
                      <a:prstDash val="solid"/>
                      <a:round/>
                      <a:headEnd len="sm" w="sm" type="none"/>
                      <a:tailEnd len="sm" w="sm" type="none"/>
                    </a:lnR>
                    <a:lnT cap="flat" cmpd="sng" w="12700">
                      <a:solidFill>
                        <a:srgbClr val="C5C4C1"/>
                      </a:solidFill>
                      <a:prstDash val="solid"/>
                      <a:round/>
                      <a:headEnd len="sm" w="sm" type="none"/>
                      <a:tailEnd len="sm" w="sm" type="none"/>
                    </a:lnT>
                    <a:lnB cap="flat" cmpd="sng" w="12700">
                      <a:solidFill>
                        <a:srgbClr val="C5C4C1"/>
                      </a:solidFill>
                      <a:prstDash val="solid"/>
                      <a:round/>
                      <a:headEnd len="sm" w="sm" type="none"/>
                      <a:tailEnd len="sm" w="sm" type="none"/>
                    </a:lnB>
                  </a:tcPr>
                </a:tc>
              </a:tr>
              <a:tr h="460775">
                <a:tc>
                  <a:txBody>
                    <a:bodyPr/>
                    <a:lstStyle/>
                    <a:p>
                      <a:pPr indent="0" lvl="0" marL="0" marR="0" rtl="0" algn="l">
                        <a:lnSpc>
                          <a:spcPct val="140000"/>
                        </a:lnSpc>
                        <a:spcBef>
                          <a:spcPts val="0"/>
                        </a:spcBef>
                        <a:spcAft>
                          <a:spcPts val="0"/>
                        </a:spcAft>
                        <a:buClr>
                          <a:srgbClr val="1B2A41"/>
                        </a:buClr>
                        <a:buSzPts val="1700"/>
                        <a:buFont typeface="IBM Plex Sans"/>
                        <a:buNone/>
                      </a:pPr>
                      <a:r>
                        <a:rPr lang="en-US" sz="1700" u="none" cap="none" strike="noStrike">
                          <a:solidFill>
                            <a:srgbClr val="1B2A41"/>
                          </a:solidFill>
                          <a:latin typeface="IBM Plex Sans"/>
                          <a:ea typeface="IBM Plex Sans"/>
                          <a:cs typeface="IBM Plex Sans"/>
                          <a:sym typeface="IBM Plex Sans"/>
                        </a:rPr>
                        <a:t>3. Infraestructura</a:t>
                      </a:r>
                      <a:endParaRPr sz="1700" u="none" cap="none" strike="noStrike">
                        <a:latin typeface="IBM Plex Sans"/>
                        <a:ea typeface="IBM Plex Sans"/>
                        <a:cs typeface="IBM Plex Sans"/>
                        <a:sym typeface="IBM Plex Sans"/>
                      </a:endParaRPr>
                    </a:p>
                  </a:txBody>
                  <a:tcPr marT="75575" marB="75575" marR="75575" marL="75575">
                    <a:lnL cap="flat" cmpd="sng" w="12700">
                      <a:solidFill>
                        <a:srgbClr val="C5C4C1"/>
                      </a:solidFill>
                      <a:prstDash val="solid"/>
                      <a:round/>
                      <a:headEnd len="sm" w="sm" type="none"/>
                      <a:tailEnd len="sm" w="sm" type="none"/>
                    </a:lnL>
                    <a:lnR cap="flat" cmpd="sng" w="12700">
                      <a:solidFill>
                        <a:srgbClr val="C5C4C1"/>
                      </a:solidFill>
                      <a:prstDash val="solid"/>
                      <a:round/>
                      <a:headEnd len="sm" w="sm" type="none"/>
                      <a:tailEnd len="sm" w="sm" type="none"/>
                    </a:lnR>
                    <a:lnT cap="flat" cmpd="sng" w="12700">
                      <a:solidFill>
                        <a:srgbClr val="C5C4C1"/>
                      </a:solidFill>
                      <a:prstDash val="solid"/>
                      <a:round/>
                      <a:headEnd len="sm" w="sm" type="none"/>
                      <a:tailEnd len="sm" w="sm" type="none"/>
                    </a:lnT>
                    <a:lnB cap="flat" cmpd="sng" w="12700">
                      <a:solidFill>
                        <a:srgbClr val="C5C4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A41"/>
                        </a:buClr>
                        <a:buSzPts val="1700"/>
                        <a:buFont typeface="IBM Plex Sans"/>
                        <a:buNone/>
                      </a:pPr>
                      <a:r>
                        <a:rPr lang="en-US" sz="1700" u="none" cap="none" strike="noStrike">
                          <a:solidFill>
                            <a:srgbClr val="1B2A41"/>
                          </a:solidFill>
                          <a:latin typeface="IBM Plex Sans"/>
                          <a:ea typeface="IBM Plex Sans"/>
                          <a:cs typeface="IBM Plex Sans"/>
                          <a:sym typeface="IBM Plex Sans"/>
                        </a:rPr>
                        <a:t>Contenedores sobre Kubernetes</a:t>
                      </a:r>
                      <a:endParaRPr sz="1700" u="none" cap="none" strike="noStrike">
                        <a:latin typeface="IBM Plex Sans"/>
                        <a:ea typeface="IBM Plex Sans"/>
                        <a:cs typeface="IBM Plex Sans"/>
                        <a:sym typeface="IBM Plex Sans"/>
                      </a:endParaRPr>
                    </a:p>
                  </a:txBody>
                  <a:tcPr marT="75575" marB="75575" marR="75575" marL="75575">
                    <a:lnL cap="flat" cmpd="sng" w="12700">
                      <a:solidFill>
                        <a:srgbClr val="C5C4C1"/>
                      </a:solidFill>
                      <a:prstDash val="solid"/>
                      <a:round/>
                      <a:headEnd len="sm" w="sm" type="none"/>
                      <a:tailEnd len="sm" w="sm" type="none"/>
                    </a:lnL>
                    <a:lnR cap="flat" cmpd="sng" w="12700">
                      <a:solidFill>
                        <a:srgbClr val="C5C4C1"/>
                      </a:solidFill>
                      <a:prstDash val="solid"/>
                      <a:round/>
                      <a:headEnd len="sm" w="sm" type="none"/>
                      <a:tailEnd len="sm" w="sm" type="none"/>
                    </a:lnR>
                    <a:lnT cap="flat" cmpd="sng" w="12700">
                      <a:solidFill>
                        <a:srgbClr val="C5C4C1"/>
                      </a:solidFill>
                      <a:prstDash val="solid"/>
                      <a:round/>
                      <a:headEnd len="sm" w="sm" type="none"/>
                      <a:tailEnd len="sm" w="sm" type="none"/>
                    </a:lnT>
                    <a:lnB cap="flat" cmpd="sng" w="12700">
                      <a:solidFill>
                        <a:srgbClr val="C5C4C1"/>
                      </a:solidFill>
                      <a:prstDash val="solid"/>
                      <a:round/>
                      <a:headEnd len="sm" w="sm" type="none"/>
                      <a:tailEnd len="sm" w="sm" type="none"/>
                    </a:lnB>
                  </a:tcPr>
                </a:tc>
              </a:tr>
              <a:tr h="460775">
                <a:tc>
                  <a:txBody>
                    <a:bodyPr/>
                    <a:lstStyle/>
                    <a:p>
                      <a:pPr indent="0" lvl="0" marL="0" marR="0" rtl="0" algn="l">
                        <a:lnSpc>
                          <a:spcPct val="140000"/>
                        </a:lnSpc>
                        <a:spcBef>
                          <a:spcPts val="0"/>
                        </a:spcBef>
                        <a:spcAft>
                          <a:spcPts val="0"/>
                        </a:spcAft>
                        <a:buClr>
                          <a:srgbClr val="1B2A41"/>
                        </a:buClr>
                        <a:buSzPts val="1700"/>
                        <a:buFont typeface="IBM Plex Sans"/>
                        <a:buNone/>
                      </a:pPr>
                      <a:r>
                        <a:rPr lang="en-US" sz="1700" u="none" cap="none" strike="noStrike">
                          <a:solidFill>
                            <a:srgbClr val="1B2A41"/>
                          </a:solidFill>
                          <a:latin typeface="IBM Plex Sans"/>
                          <a:ea typeface="IBM Plex Sans"/>
                          <a:cs typeface="IBM Plex Sans"/>
                          <a:sym typeface="IBM Plex Sans"/>
                        </a:rPr>
                        <a:t>4. Artefacto</a:t>
                      </a:r>
                      <a:endParaRPr sz="1700" u="none" cap="none" strike="noStrike">
                        <a:latin typeface="IBM Plex Sans"/>
                        <a:ea typeface="IBM Plex Sans"/>
                        <a:cs typeface="IBM Plex Sans"/>
                        <a:sym typeface="IBM Plex Sans"/>
                      </a:endParaRPr>
                    </a:p>
                  </a:txBody>
                  <a:tcPr marT="75575" marB="75575" marR="75575" marL="75575">
                    <a:lnL cap="flat" cmpd="sng" w="12700">
                      <a:solidFill>
                        <a:srgbClr val="C5C4C1"/>
                      </a:solidFill>
                      <a:prstDash val="solid"/>
                      <a:round/>
                      <a:headEnd len="sm" w="sm" type="none"/>
                      <a:tailEnd len="sm" w="sm" type="none"/>
                    </a:lnL>
                    <a:lnR cap="flat" cmpd="sng" w="12700">
                      <a:solidFill>
                        <a:srgbClr val="C5C4C1"/>
                      </a:solidFill>
                      <a:prstDash val="solid"/>
                      <a:round/>
                      <a:headEnd len="sm" w="sm" type="none"/>
                      <a:tailEnd len="sm" w="sm" type="none"/>
                    </a:lnR>
                    <a:lnT cap="flat" cmpd="sng" w="12700">
                      <a:solidFill>
                        <a:srgbClr val="C5C4C1"/>
                      </a:solidFill>
                      <a:prstDash val="solid"/>
                      <a:round/>
                      <a:headEnd len="sm" w="sm" type="none"/>
                      <a:tailEnd len="sm" w="sm" type="none"/>
                    </a:lnT>
                    <a:lnB cap="flat" cmpd="sng" w="12700">
                      <a:solidFill>
                        <a:srgbClr val="C5C4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A41"/>
                        </a:buClr>
                        <a:buSzPts val="1700"/>
                        <a:buFont typeface="IBM Plex Sans"/>
                        <a:buNone/>
                      </a:pPr>
                      <a:r>
                        <a:rPr lang="en-US" sz="1700" u="none" cap="none" strike="noStrike">
                          <a:solidFill>
                            <a:srgbClr val="1B2A41"/>
                          </a:solidFill>
                          <a:latin typeface="IBM Plex Sans"/>
                          <a:ea typeface="IBM Plex Sans"/>
                          <a:cs typeface="IBM Plex Sans"/>
                          <a:sym typeface="IBM Plex Sans"/>
                        </a:rPr>
                        <a:t>Modelo 2.0.0 (registro v8, imagen por digest); vuelta a 1.4.2 (v7)</a:t>
                      </a:r>
                      <a:endParaRPr sz="1700" u="none" cap="none" strike="noStrike">
                        <a:latin typeface="IBM Plex Sans"/>
                        <a:ea typeface="IBM Plex Sans"/>
                        <a:cs typeface="IBM Plex Sans"/>
                        <a:sym typeface="IBM Plex Sans"/>
                      </a:endParaRPr>
                    </a:p>
                  </a:txBody>
                  <a:tcPr marT="75575" marB="75575" marR="75575" marL="75575">
                    <a:lnL cap="flat" cmpd="sng" w="12700">
                      <a:solidFill>
                        <a:srgbClr val="C5C4C1"/>
                      </a:solidFill>
                      <a:prstDash val="solid"/>
                      <a:round/>
                      <a:headEnd len="sm" w="sm" type="none"/>
                      <a:tailEnd len="sm" w="sm" type="none"/>
                    </a:lnL>
                    <a:lnR cap="flat" cmpd="sng" w="12700">
                      <a:solidFill>
                        <a:srgbClr val="C5C4C1"/>
                      </a:solidFill>
                      <a:prstDash val="solid"/>
                      <a:round/>
                      <a:headEnd len="sm" w="sm" type="none"/>
                      <a:tailEnd len="sm" w="sm" type="none"/>
                    </a:lnR>
                    <a:lnT cap="flat" cmpd="sng" w="12700">
                      <a:solidFill>
                        <a:srgbClr val="C5C4C1"/>
                      </a:solidFill>
                      <a:prstDash val="solid"/>
                      <a:round/>
                      <a:headEnd len="sm" w="sm" type="none"/>
                      <a:tailEnd len="sm" w="sm" type="none"/>
                    </a:lnT>
                    <a:lnB cap="flat" cmpd="sng" w="12700">
                      <a:solidFill>
                        <a:srgbClr val="C5C4C1"/>
                      </a:solidFill>
                      <a:prstDash val="solid"/>
                      <a:round/>
                      <a:headEnd len="sm" w="sm" type="none"/>
                      <a:tailEnd len="sm" w="sm" type="none"/>
                    </a:lnB>
                  </a:tcPr>
                </a:tc>
              </a:tr>
              <a:tr h="460775">
                <a:tc>
                  <a:txBody>
                    <a:bodyPr/>
                    <a:lstStyle/>
                    <a:p>
                      <a:pPr indent="0" lvl="0" marL="0" marR="0" rtl="0" algn="l">
                        <a:lnSpc>
                          <a:spcPct val="140000"/>
                        </a:lnSpc>
                        <a:spcBef>
                          <a:spcPts val="0"/>
                        </a:spcBef>
                        <a:spcAft>
                          <a:spcPts val="0"/>
                        </a:spcAft>
                        <a:buClr>
                          <a:srgbClr val="1B2A41"/>
                        </a:buClr>
                        <a:buSzPts val="1700"/>
                        <a:buFont typeface="IBM Plex Sans"/>
                        <a:buNone/>
                      </a:pPr>
                      <a:r>
                        <a:rPr lang="en-US" sz="1700" u="none" cap="none" strike="noStrike">
                          <a:solidFill>
                            <a:srgbClr val="1B2A41"/>
                          </a:solidFill>
                          <a:latin typeface="IBM Plex Sans"/>
                          <a:ea typeface="IBM Plex Sans"/>
                          <a:cs typeface="IBM Plex Sans"/>
                          <a:sym typeface="IBM Plex Sans"/>
                        </a:rPr>
                        <a:t>5. Cómo se instala</a:t>
                      </a:r>
                      <a:endParaRPr sz="1700" u="none" cap="none" strike="noStrike">
                        <a:latin typeface="IBM Plex Sans"/>
                        <a:ea typeface="IBM Plex Sans"/>
                        <a:cs typeface="IBM Plex Sans"/>
                        <a:sym typeface="IBM Plex Sans"/>
                      </a:endParaRPr>
                    </a:p>
                  </a:txBody>
                  <a:tcPr marT="75575" marB="75575" marR="75575" marL="75575">
                    <a:lnL cap="flat" cmpd="sng" w="12700">
                      <a:solidFill>
                        <a:srgbClr val="C5C4C1"/>
                      </a:solidFill>
                      <a:prstDash val="solid"/>
                      <a:round/>
                      <a:headEnd len="sm" w="sm" type="none"/>
                      <a:tailEnd len="sm" w="sm" type="none"/>
                    </a:lnL>
                    <a:lnR cap="flat" cmpd="sng" w="12700">
                      <a:solidFill>
                        <a:srgbClr val="C5C4C1"/>
                      </a:solidFill>
                      <a:prstDash val="solid"/>
                      <a:round/>
                      <a:headEnd len="sm" w="sm" type="none"/>
                      <a:tailEnd len="sm" w="sm" type="none"/>
                    </a:lnR>
                    <a:lnT cap="flat" cmpd="sng" w="12700">
                      <a:solidFill>
                        <a:srgbClr val="C5C4C1"/>
                      </a:solidFill>
                      <a:prstDash val="solid"/>
                      <a:round/>
                      <a:headEnd len="sm" w="sm" type="none"/>
                      <a:tailEnd len="sm" w="sm" type="none"/>
                    </a:lnT>
                    <a:lnB cap="flat" cmpd="sng" w="12700">
                      <a:solidFill>
                        <a:srgbClr val="C5C4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A41"/>
                        </a:buClr>
                        <a:buSzPts val="1700"/>
                        <a:buFont typeface="IBM Plex Sans"/>
                        <a:buNone/>
                      </a:pPr>
                      <a:r>
                        <a:rPr lang="en-US" sz="1700" u="none" cap="none" strike="noStrike">
                          <a:solidFill>
                            <a:srgbClr val="1B2A41"/>
                          </a:solidFill>
                          <a:latin typeface="IBM Plex Sans"/>
                          <a:ea typeface="IBM Plex Sans"/>
                          <a:cs typeface="IBM Plex Sans"/>
                          <a:sym typeface="IBM Plex Sans"/>
                        </a:rPr>
                        <a:t>El pipeline toma el modelo del registro y lo publica</a:t>
                      </a:r>
                      <a:endParaRPr sz="1700" u="none" cap="none" strike="noStrike">
                        <a:latin typeface="IBM Plex Sans"/>
                        <a:ea typeface="IBM Plex Sans"/>
                        <a:cs typeface="IBM Plex Sans"/>
                        <a:sym typeface="IBM Plex Sans"/>
                      </a:endParaRPr>
                    </a:p>
                  </a:txBody>
                  <a:tcPr marT="75575" marB="75575" marR="75575" marL="75575">
                    <a:lnL cap="flat" cmpd="sng" w="12700">
                      <a:solidFill>
                        <a:srgbClr val="C5C4C1"/>
                      </a:solidFill>
                      <a:prstDash val="solid"/>
                      <a:round/>
                      <a:headEnd len="sm" w="sm" type="none"/>
                      <a:tailEnd len="sm" w="sm" type="none"/>
                    </a:lnL>
                    <a:lnR cap="flat" cmpd="sng" w="12700">
                      <a:solidFill>
                        <a:srgbClr val="C5C4C1"/>
                      </a:solidFill>
                      <a:prstDash val="solid"/>
                      <a:round/>
                      <a:headEnd len="sm" w="sm" type="none"/>
                      <a:tailEnd len="sm" w="sm" type="none"/>
                    </a:lnR>
                    <a:lnT cap="flat" cmpd="sng" w="12700">
                      <a:solidFill>
                        <a:srgbClr val="C5C4C1"/>
                      </a:solidFill>
                      <a:prstDash val="solid"/>
                      <a:round/>
                      <a:headEnd len="sm" w="sm" type="none"/>
                      <a:tailEnd len="sm" w="sm" type="none"/>
                    </a:lnT>
                    <a:lnB cap="flat" cmpd="sng" w="12700">
                      <a:solidFill>
                        <a:srgbClr val="C5C4C1"/>
                      </a:solidFill>
                      <a:prstDash val="solid"/>
                      <a:round/>
                      <a:headEnd len="sm" w="sm" type="none"/>
                      <a:tailEnd len="sm" w="sm" type="none"/>
                    </a:lnB>
                  </a:tcPr>
                </a:tc>
              </a:tr>
              <a:tr h="460775">
                <a:tc>
                  <a:txBody>
                    <a:bodyPr/>
                    <a:lstStyle/>
                    <a:p>
                      <a:pPr indent="0" lvl="0" marL="0" marR="0" rtl="0" algn="l">
                        <a:lnSpc>
                          <a:spcPct val="140000"/>
                        </a:lnSpc>
                        <a:spcBef>
                          <a:spcPts val="0"/>
                        </a:spcBef>
                        <a:spcAft>
                          <a:spcPts val="0"/>
                        </a:spcAft>
                        <a:buClr>
                          <a:srgbClr val="1B2A41"/>
                        </a:buClr>
                        <a:buSzPts val="1700"/>
                        <a:buFont typeface="IBM Plex Sans"/>
                        <a:buNone/>
                      </a:pPr>
                      <a:r>
                        <a:rPr lang="en-US" sz="1700" u="none" cap="none" strike="noStrike">
                          <a:solidFill>
                            <a:srgbClr val="1B2A41"/>
                          </a:solidFill>
                          <a:latin typeface="IBM Plex Sans"/>
                          <a:ea typeface="IBM Plex Sans"/>
                          <a:cs typeface="IBM Plex Sans"/>
                          <a:sym typeface="IBM Plex Sans"/>
                        </a:rPr>
                        <a:t>6. Dependencias</a:t>
                      </a:r>
                      <a:endParaRPr sz="1700" u="none" cap="none" strike="noStrike">
                        <a:latin typeface="IBM Plex Sans"/>
                        <a:ea typeface="IBM Plex Sans"/>
                        <a:cs typeface="IBM Plex Sans"/>
                        <a:sym typeface="IBM Plex Sans"/>
                      </a:endParaRPr>
                    </a:p>
                  </a:txBody>
                  <a:tcPr marT="75575" marB="75575" marR="75575" marL="75575">
                    <a:lnL cap="flat" cmpd="sng" w="12700">
                      <a:solidFill>
                        <a:srgbClr val="C5C4C1"/>
                      </a:solidFill>
                      <a:prstDash val="solid"/>
                      <a:round/>
                      <a:headEnd len="sm" w="sm" type="none"/>
                      <a:tailEnd len="sm" w="sm" type="none"/>
                    </a:lnL>
                    <a:lnR cap="flat" cmpd="sng" w="12700">
                      <a:solidFill>
                        <a:srgbClr val="C5C4C1"/>
                      </a:solidFill>
                      <a:prstDash val="solid"/>
                      <a:round/>
                      <a:headEnd len="sm" w="sm" type="none"/>
                      <a:tailEnd len="sm" w="sm" type="none"/>
                    </a:lnR>
                    <a:lnT cap="flat" cmpd="sng" w="12700">
                      <a:solidFill>
                        <a:srgbClr val="C5C4C1"/>
                      </a:solidFill>
                      <a:prstDash val="solid"/>
                      <a:round/>
                      <a:headEnd len="sm" w="sm" type="none"/>
                      <a:tailEnd len="sm" w="sm" type="none"/>
                    </a:lnT>
                    <a:lnB cap="flat" cmpd="sng" w="12700">
                      <a:solidFill>
                        <a:srgbClr val="C5C4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A41"/>
                        </a:buClr>
                        <a:buSzPts val="1700"/>
                        <a:buFont typeface="IBM Plex Sans"/>
                        <a:buNone/>
                      </a:pPr>
                      <a:r>
                        <a:rPr lang="en-US" sz="1700" u="none" cap="none" strike="noStrike">
                          <a:solidFill>
                            <a:srgbClr val="1B2A41"/>
                          </a:solidFill>
                          <a:latin typeface="IBM Plex Sans"/>
                          <a:ea typeface="IBM Plex Sans"/>
                          <a:cs typeface="IBM Plex Sans"/>
                          <a:sym typeface="IBM Plex Sans"/>
                        </a:rPr>
                        <a:t>Pipeline de variables, librerías fijas y el autorizador</a:t>
                      </a:r>
                      <a:endParaRPr sz="1700" u="none" cap="none" strike="noStrike">
                        <a:latin typeface="IBM Plex Sans"/>
                        <a:ea typeface="IBM Plex Sans"/>
                        <a:cs typeface="IBM Plex Sans"/>
                        <a:sym typeface="IBM Plex Sans"/>
                      </a:endParaRPr>
                    </a:p>
                  </a:txBody>
                  <a:tcPr marT="75575" marB="75575" marR="75575" marL="75575">
                    <a:lnL cap="flat" cmpd="sng" w="12700">
                      <a:solidFill>
                        <a:srgbClr val="C5C4C1"/>
                      </a:solidFill>
                      <a:prstDash val="solid"/>
                      <a:round/>
                      <a:headEnd len="sm" w="sm" type="none"/>
                      <a:tailEnd len="sm" w="sm" type="none"/>
                    </a:lnL>
                    <a:lnR cap="flat" cmpd="sng" w="12700">
                      <a:solidFill>
                        <a:srgbClr val="C5C4C1"/>
                      </a:solidFill>
                      <a:prstDash val="solid"/>
                      <a:round/>
                      <a:headEnd len="sm" w="sm" type="none"/>
                      <a:tailEnd len="sm" w="sm" type="none"/>
                    </a:lnR>
                    <a:lnT cap="flat" cmpd="sng" w="12700">
                      <a:solidFill>
                        <a:srgbClr val="C5C4C1"/>
                      </a:solidFill>
                      <a:prstDash val="solid"/>
                      <a:round/>
                      <a:headEnd len="sm" w="sm" type="none"/>
                      <a:tailEnd len="sm" w="sm" type="none"/>
                    </a:lnT>
                    <a:lnB cap="flat" cmpd="sng" w="12700">
                      <a:solidFill>
                        <a:srgbClr val="C5C4C1"/>
                      </a:solidFill>
                      <a:prstDash val="solid"/>
                      <a:round/>
                      <a:headEnd len="sm" w="sm" type="none"/>
                      <a:tailEnd len="sm" w="sm" type="none"/>
                    </a:lnB>
                  </a:tcPr>
                </a:tc>
              </a:tr>
              <a:tr h="460775">
                <a:tc>
                  <a:txBody>
                    <a:bodyPr/>
                    <a:lstStyle/>
                    <a:p>
                      <a:pPr indent="0" lvl="0" marL="0" marR="0" rtl="0" algn="l">
                        <a:lnSpc>
                          <a:spcPct val="140000"/>
                        </a:lnSpc>
                        <a:spcBef>
                          <a:spcPts val="0"/>
                        </a:spcBef>
                        <a:spcAft>
                          <a:spcPts val="0"/>
                        </a:spcAft>
                        <a:buClr>
                          <a:srgbClr val="1B2A41"/>
                        </a:buClr>
                        <a:buSzPts val="1700"/>
                        <a:buFont typeface="IBM Plex Sans"/>
                        <a:buNone/>
                      </a:pPr>
                      <a:r>
                        <a:rPr lang="en-US" sz="1700" u="none" cap="none" strike="noStrike">
                          <a:solidFill>
                            <a:srgbClr val="1B2A41"/>
                          </a:solidFill>
                          <a:latin typeface="IBM Plex Sans"/>
                          <a:ea typeface="IBM Plex Sans"/>
                          <a:cs typeface="IBM Plex Sans"/>
                          <a:sym typeface="IBM Plex Sans"/>
                        </a:rPr>
                        <a:t>7. Prerrequisitos</a:t>
                      </a:r>
                      <a:endParaRPr sz="1700" u="none" cap="none" strike="noStrike">
                        <a:latin typeface="IBM Plex Sans"/>
                        <a:ea typeface="IBM Plex Sans"/>
                        <a:cs typeface="IBM Plex Sans"/>
                        <a:sym typeface="IBM Plex Sans"/>
                      </a:endParaRPr>
                    </a:p>
                  </a:txBody>
                  <a:tcPr marT="75575" marB="75575" marR="75575" marL="75575">
                    <a:lnL cap="flat" cmpd="sng" w="12700">
                      <a:solidFill>
                        <a:srgbClr val="C5C4C1"/>
                      </a:solidFill>
                      <a:prstDash val="solid"/>
                      <a:round/>
                      <a:headEnd len="sm" w="sm" type="none"/>
                      <a:tailEnd len="sm" w="sm" type="none"/>
                    </a:lnL>
                    <a:lnR cap="flat" cmpd="sng" w="12700">
                      <a:solidFill>
                        <a:srgbClr val="C5C4C1"/>
                      </a:solidFill>
                      <a:prstDash val="solid"/>
                      <a:round/>
                      <a:headEnd len="sm" w="sm" type="none"/>
                      <a:tailEnd len="sm" w="sm" type="none"/>
                    </a:lnR>
                    <a:lnT cap="flat" cmpd="sng" w="12700">
                      <a:solidFill>
                        <a:srgbClr val="C5C4C1"/>
                      </a:solidFill>
                      <a:prstDash val="solid"/>
                      <a:round/>
                      <a:headEnd len="sm" w="sm" type="none"/>
                      <a:tailEnd len="sm" w="sm" type="none"/>
                    </a:lnT>
                    <a:lnB cap="flat" cmpd="sng" w="12700">
                      <a:solidFill>
                        <a:srgbClr val="C5C4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A41"/>
                        </a:buClr>
                        <a:buSzPts val="1700"/>
                        <a:buFont typeface="IBM Plex Sans"/>
                        <a:buNone/>
                      </a:pPr>
                      <a:r>
                        <a:rPr lang="en-US" sz="1700" u="none" cap="none" strike="noStrike">
                          <a:solidFill>
                            <a:srgbClr val="1B2A41"/>
                          </a:solidFill>
                          <a:latin typeface="IBM Plex Sans"/>
                          <a:ea typeface="IBM Plex Sans"/>
                          <a:cs typeface="IBM Plex Sans"/>
                          <a:sym typeface="IBM Plex Sans"/>
                        </a:rPr>
                        <a:t>Validación independiente, preproducción y rollback ensayado</a:t>
                      </a:r>
                      <a:endParaRPr sz="1700" u="none" cap="none" strike="noStrike">
                        <a:latin typeface="IBM Plex Sans"/>
                        <a:ea typeface="IBM Plex Sans"/>
                        <a:cs typeface="IBM Plex Sans"/>
                        <a:sym typeface="IBM Plex Sans"/>
                      </a:endParaRPr>
                    </a:p>
                  </a:txBody>
                  <a:tcPr marT="75575" marB="75575" marR="75575" marL="75575">
                    <a:lnL cap="flat" cmpd="sng" w="12700">
                      <a:solidFill>
                        <a:srgbClr val="C5C4C1"/>
                      </a:solidFill>
                      <a:prstDash val="solid"/>
                      <a:round/>
                      <a:headEnd len="sm" w="sm" type="none"/>
                      <a:tailEnd len="sm" w="sm" type="none"/>
                    </a:lnL>
                    <a:lnR cap="flat" cmpd="sng" w="12700">
                      <a:solidFill>
                        <a:srgbClr val="C5C4C1"/>
                      </a:solidFill>
                      <a:prstDash val="solid"/>
                      <a:round/>
                      <a:headEnd len="sm" w="sm" type="none"/>
                      <a:tailEnd len="sm" w="sm" type="none"/>
                    </a:lnR>
                    <a:lnT cap="flat" cmpd="sng" w="12700">
                      <a:solidFill>
                        <a:srgbClr val="C5C4C1"/>
                      </a:solidFill>
                      <a:prstDash val="solid"/>
                      <a:round/>
                      <a:headEnd len="sm" w="sm" type="none"/>
                      <a:tailEnd len="sm" w="sm" type="none"/>
                    </a:lnT>
                    <a:lnB cap="flat" cmpd="sng" w="12700">
                      <a:solidFill>
                        <a:srgbClr val="C5C4C1"/>
                      </a:solidFill>
                      <a:prstDash val="solid"/>
                      <a:round/>
                      <a:headEnd len="sm" w="sm" type="none"/>
                      <a:tailEnd len="sm" w="sm" type="none"/>
                    </a:lnB>
                  </a:tcPr>
                </a:tc>
              </a:tr>
            </a:tbl>
          </a:graphicData>
        </a:graphic>
      </p:graphicFrame>
      <p:sp>
        <p:nvSpPr>
          <p:cNvPr id="268" name="Google Shape;268;p10"/>
          <p:cNvSpPr/>
          <p:nvPr/>
        </p:nvSpPr>
        <p:spPr>
          <a:xfrm>
            <a:off x="812721" y="6238280"/>
            <a:ext cx="7194469" cy="2387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E6673"/>
              </a:buClr>
              <a:buSzPts val="1200"/>
              <a:buFont typeface="IBM Plex Sans"/>
              <a:buNone/>
            </a:pPr>
            <a:r>
              <a:rPr b="0" i="0" lang="en-US" sz="1200" u="none" cap="none" strike="noStrike">
                <a:solidFill>
                  <a:srgbClr val="5E6673"/>
                </a:solidFill>
                <a:latin typeface="IBM Plex Sans"/>
                <a:ea typeface="IBM Plex Sans"/>
                <a:cs typeface="IBM Plex Sans"/>
                <a:sym typeface="IBM Plex Sans"/>
              </a:rPr>
              <a:t>UTN FRC · Ingeniería y Calidad de Software · 4K3 · Grupo 13</a:t>
            </a:r>
            <a:endParaRPr b="0" i="0" sz="1200" u="none" cap="none" strike="noStrike">
              <a:solidFill>
                <a:schemeClr val="dk1"/>
              </a:solidFill>
              <a:latin typeface="IBM Plex Sans"/>
              <a:ea typeface="IBM Plex Sans"/>
              <a:cs typeface="IBM Plex Sans"/>
              <a:sym typeface="IBM Plex Sans"/>
            </a:endParaRPr>
          </a:p>
        </p:txBody>
      </p:sp>
      <p:sp>
        <p:nvSpPr>
          <p:cNvPr id="269" name="Google Shape;269;p10"/>
          <p:cNvSpPr/>
          <p:nvPr/>
        </p:nvSpPr>
        <p:spPr>
          <a:xfrm>
            <a:off x="8632270" y="6238280"/>
            <a:ext cx="2747010" cy="23876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5E6673"/>
              </a:buClr>
              <a:buSzPts val="1200"/>
              <a:buFont typeface="IBM Plex Sans"/>
              <a:buNone/>
            </a:pPr>
            <a:r>
              <a:rPr b="0" i="0" lang="en-US" sz="1200" u="none" cap="none" strike="noStrike">
                <a:solidFill>
                  <a:srgbClr val="5E6673"/>
                </a:solidFill>
                <a:latin typeface="IBM Plex Sans"/>
                <a:ea typeface="IBM Plex Sans"/>
                <a:cs typeface="IBM Plex Sans"/>
                <a:sym typeface="IBM Plex Sans"/>
              </a:rPr>
              <a:t>Desarrollo · 7 / 17</a:t>
            </a:r>
            <a:endParaRPr b="0" i="0" sz="1200" u="none" cap="none" strike="noStrike">
              <a:solidFill>
                <a:schemeClr val="dk1"/>
              </a:solidFill>
              <a:latin typeface="IBM Plex Sans"/>
              <a:ea typeface="IBM Plex Sans"/>
              <a:cs typeface="IBM Plex Sans"/>
              <a:sym typeface="IBM Plex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2"/>
        </a:solidFill>
      </p:bgPr>
    </p:bg>
    <p:spTree>
      <p:nvGrpSpPr>
        <p:cNvPr id="274" name="Shape 274"/>
        <p:cNvGrpSpPr/>
        <p:nvPr/>
      </p:nvGrpSpPr>
      <p:grpSpPr>
        <a:xfrm>
          <a:off x="0" y="0"/>
          <a:ext cx="0" cy="0"/>
          <a:chOff x="0" y="0"/>
          <a:chExt cx="0" cy="0"/>
        </a:xfrm>
      </p:grpSpPr>
      <p:sp>
        <p:nvSpPr>
          <p:cNvPr id="275" name="Google Shape;275;p11"/>
          <p:cNvSpPr txBox="1"/>
          <p:nvPr>
            <p:ph type="title"/>
          </p:nvPr>
        </p:nvSpPr>
        <p:spPr>
          <a:xfrm>
            <a:off x="812721" y="711160"/>
            <a:ext cx="10883556" cy="4445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B2A41"/>
              </a:buClr>
              <a:buSzPts val="3000"/>
              <a:buFont typeface="IBM Plex Sans"/>
              <a:buNone/>
            </a:pPr>
            <a:r>
              <a:rPr b="1" i="0" lang="en-US" sz="3000">
                <a:solidFill>
                  <a:srgbClr val="1B2A41"/>
                </a:solidFill>
                <a:latin typeface="IBM Plex Sans"/>
                <a:ea typeface="IBM Plex Sans"/>
                <a:cs typeface="IBM Plex Sans"/>
                <a:sym typeface="IBM Plex Sans"/>
              </a:rPr>
              <a:t>Plan de release (2 de 2)</a:t>
            </a:r>
            <a:endParaRPr sz="3000"/>
          </a:p>
        </p:txBody>
      </p:sp>
      <p:graphicFrame>
        <p:nvGraphicFramePr>
          <p:cNvPr id="276" name="Google Shape;276;p11"/>
          <p:cNvGraphicFramePr/>
          <p:nvPr/>
        </p:nvGraphicFramePr>
        <p:xfrm>
          <a:off x="820341" y="1366480"/>
          <a:ext cx="3000000" cy="3000000"/>
        </p:xfrm>
        <a:graphic>
          <a:graphicData uri="http://schemas.openxmlformats.org/drawingml/2006/table">
            <a:tbl>
              <a:tblPr>
                <a:noFill/>
                <a:tableStyleId>{D35FD4F5-A206-4223-8624-4838E2B06004}</a:tableStyleId>
              </a:tblPr>
              <a:tblGrid>
                <a:gridCol w="3484450"/>
                <a:gridCol w="7074500"/>
              </a:tblGrid>
              <a:tr h="460775">
                <a:tc>
                  <a:txBody>
                    <a:bodyPr/>
                    <a:lstStyle/>
                    <a:p>
                      <a:pPr indent="0" lvl="0" marL="0" marR="0" rtl="0" algn="l">
                        <a:lnSpc>
                          <a:spcPct val="140000"/>
                        </a:lnSpc>
                        <a:spcBef>
                          <a:spcPts val="0"/>
                        </a:spcBef>
                        <a:spcAft>
                          <a:spcPts val="0"/>
                        </a:spcAft>
                        <a:buClr>
                          <a:srgbClr val="1B2A41"/>
                        </a:buClr>
                        <a:buSzPts val="1700"/>
                        <a:buFont typeface="IBM Plex Sans"/>
                        <a:buNone/>
                      </a:pPr>
                      <a:r>
                        <a:rPr b="1" lang="en-US" sz="1700" u="none" cap="none" strike="noStrike">
                          <a:solidFill>
                            <a:srgbClr val="1B2A41"/>
                          </a:solidFill>
                          <a:latin typeface="IBM Plex Sans"/>
                          <a:ea typeface="IBM Plex Sans"/>
                          <a:cs typeface="IBM Plex Sans"/>
                          <a:sym typeface="IBM Plex Sans"/>
                        </a:rPr>
                        <a:t>Ítem</a:t>
                      </a:r>
                      <a:endParaRPr sz="1700" u="none" cap="none" strike="noStrike">
                        <a:latin typeface="IBM Plex Sans"/>
                        <a:ea typeface="IBM Plex Sans"/>
                        <a:cs typeface="IBM Plex Sans"/>
                        <a:sym typeface="IBM Plex Sans"/>
                      </a:endParaRPr>
                    </a:p>
                  </a:txBody>
                  <a:tcPr marT="75575" marB="75575" marR="75575" marL="75575">
                    <a:lnL cap="flat" cmpd="sng" w="12700">
                      <a:solidFill>
                        <a:srgbClr val="C5C4C1"/>
                      </a:solidFill>
                      <a:prstDash val="solid"/>
                      <a:round/>
                      <a:headEnd len="sm" w="sm" type="none"/>
                      <a:tailEnd len="sm" w="sm" type="none"/>
                    </a:lnL>
                    <a:lnR cap="flat" cmpd="sng" w="12700">
                      <a:solidFill>
                        <a:srgbClr val="B5BCC6"/>
                      </a:solidFill>
                      <a:prstDash val="solid"/>
                      <a:round/>
                      <a:headEnd len="sm" w="sm" type="none"/>
                      <a:tailEnd len="sm" w="sm" type="none"/>
                    </a:lnR>
                    <a:lnT cap="flat" cmpd="sng" w="12700">
                      <a:solidFill>
                        <a:srgbClr val="C5C4C1"/>
                      </a:solidFill>
                      <a:prstDash val="solid"/>
                      <a:round/>
                      <a:headEnd len="sm" w="sm" type="none"/>
                      <a:tailEnd len="sm" w="sm" type="none"/>
                    </a:lnT>
                    <a:lnB cap="flat" cmpd="sng" w="12700">
                      <a:solidFill>
                        <a:srgbClr val="B5BCC6"/>
                      </a:solidFill>
                      <a:prstDash val="solid"/>
                      <a:round/>
                      <a:headEnd len="sm" w="sm" type="none"/>
                      <a:tailEnd len="sm" w="sm" type="none"/>
                    </a:lnB>
                    <a:solidFill>
                      <a:srgbClr val="E3ECF8"/>
                    </a:solidFill>
                  </a:tcPr>
                </a:tc>
                <a:tc>
                  <a:txBody>
                    <a:bodyPr/>
                    <a:lstStyle/>
                    <a:p>
                      <a:pPr indent="0" lvl="0" marL="0" marR="0" rtl="0" algn="l">
                        <a:lnSpc>
                          <a:spcPct val="140000"/>
                        </a:lnSpc>
                        <a:spcBef>
                          <a:spcPts val="0"/>
                        </a:spcBef>
                        <a:spcAft>
                          <a:spcPts val="0"/>
                        </a:spcAft>
                        <a:buClr>
                          <a:srgbClr val="1B2A41"/>
                        </a:buClr>
                        <a:buSzPts val="1700"/>
                        <a:buFont typeface="IBM Plex Sans"/>
                        <a:buNone/>
                      </a:pPr>
                      <a:r>
                        <a:rPr b="1" lang="en-US" sz="1700" u="none" cap="none" strike="noStrike">
                          <a:solidFill>
                            <a:srgbClr val="1B2A41"/>
                          </a:solidFill>
                          <a:latin typeface="IBM Plex Sans"/>
                          <a:ea typeface="IBM Plex Sans"/>
                          <a:cs typeface="IBM Plex Sans"/>
                          <a:sym typeface="IBM Plex Sans"/>
                        </a:rPr>
                        <a:t>Qué definimos</a:t>
                      </a:r>
                      <a:endParaRPr sz="1700" u="none" cap="none" strike="noStrike">
                        <a:latin typeface="IBM Plex Sans"/>
                        <a:ea typeface="IBM Plex Sans"/>
                        <a:cs typeface="IBM Plex Sans"/>
                        <a:sym typeface="IBM Plex Sans"/>
                      </a:endParaRPr>
                    </a:p>
                  </a:txBody>
                  <a:tcPr marT="75575" marB="75575" marR="75575" marL="75575">
                    <a:lnL cap="flat" cmpd="sng" w="12700">
                      <a:solidFill>
                        <a:srgbClr val="B5BCC6"/>
                      </a:solidFill>
                      <a:prstDash val="solid"/>
                      <a:round/>
                      <a:headEnd len="sm" w="sm" type="none"/>
                      <a:tailEnd len="sm" w="sm" type="none"/>
                    </a:lnL>
                    <a:lnR cap="flat" cmpd="sng" w="12700">
                      <a:solidFill>
                        <a:srgbClr val="B5BCC6"/>
                      </a:solidFill>
                      <a:prstDash val="solid"/>
                      <a:round/>
                      <a:headEnd len="sm" w="sm" type="none"/>
                      <a:tailEnd len="sm" w="sm" type="none"/>
                    </a:lnR>
                    <a:lnT cap="flat" cmpd="sng" w="12700">
                      <a:solidFill>
                        <a:srgbClr val="C5C4C1"/>
                      </a:solidFill>
                      <a:prstDash val="solid"/>
                      <a:round/>
                      <a:headEnd len="sm" w="sm" type="none"/>
                      <a:tailEnd len="sm" w="sm" type="none"/>
                    </a:lnT>
                    <a:lnB cap="flat" cmpd="sng" w="12700">
                      <a:solidFill>
                        <a:srgbClr val="B5BCC6"/>
                      </a:solidFill>
                      <a:prstDash val="solid"/>
                      <a:round/>
                      <a:headEnd len="sm" w="sm" type="none"/>
                      <a:tailEnd len="sm" w="sm" type="none"/>
                    </a:lnB>
                    <a:solidFill>
                      <a:srgbClr val="E3ECF8"/>
                    </a:solidFill>
                  </a:tcPr>
                </a:tc>
              </a:tr>
              <a:tr h="460775">
                <a:tc>
                  <a:txBody>
                    <a:bodyPr/>
                    <a:lstStyle/>
                    <a:p>
                      <a:pPr indent="0" lvl="0" marL="0" marR="0" rtl="0" algn="l">
                        <a:lnSpc>
                          <a:spcPct val="140000"/>
                        </a:lnSpc>
                        <a:spcBef>
                          <a:spcPts val="0"/>
                        </a:spcBef>
                        <a:spcAft>
                          <a:spcPts val="0"/>
                        </a:spcAft>
                        <a:buClr>
                          <a:srgbClr val="1B2A41"/>
                        </a:buClr>
                        <a:buSzPts val="1700"/>
                        <a:buFont typeface="IBM Plex Sans"/>
                        <a:buNone/>
                      </a:pPr>
                      <a:r>
                        <a:rPr lang="en-US" sz="1700" u="none" cap="none" strike="noStrike">
                          <a:solidFill>
                            <a:srgbClr val="1B2A41"/>
                          </a:solidFill>
                          <a:latin typeface="IBM Plex Sans"/>
                          <a:ea typeface="IBM Plex Sans"/>
                          <a:cs typeface="IBM Plex Sans"/>
                          <a:sym typeface="IBM Plex Sans"/>
                        </a:rPr>
                        <a:t>8. Horario</a:t>
                      </a:r>
                      <a:endParaRPr sz="1700" u="none" cap="none" strike="noStrike">
                        <a:latin typeface="IBM Plex Sans"/>
                        <a:ea typeface="IBM Plex Sans"/>
                        <a:cs typeface="IBM Plex Sans"/>
                        <a:sym typeface="IBM Plex Sans"/>
                      </a:endParaRPr>
                    </a:p>
                  </a:txBody>
                  <a:tcPr marT="75575" marB="75575" marR="75575" marL="75575">
                    <a:lnL cap="flat" cmpd="sng" w="12700">
                      <a:solidFill>
                        <a:srgbClr val="C5C4C1"/>
                      </a:solidFill>
                      <a:prstDash val="solid"/>
                      <a:round/>
                      <a:headEnd len="sm" w="sm" type="none"/>
                      <a:tailEnd len="sm" w="sm" type="none"/>
                    </a:lnL>
                    <a:lnR cap="flat" cmpd="sng" w="12700">
                      <a:solidFill>
                        <a:srgbClr val="C5C4C1"/>
                      </a:solidFill>
                      <a:prstDash val="solid"/>
                      <a:round/>
                      <a:headEnd len="sm" w="sm" type="none"/>
                      <a:tailEnd len="sm" w="sm" type="none"/>
                    </a:lnR>
                    <a:lnT cap="flat" cmpd="sng" w="12700">
                      <a:solidFill>
                        <a:srgbClr val="B5BCC6"/>
                      </a:solidFill>
                      <a:prstDash val="solid"/>
                      <a:round/>
                      <a:headEnd len="sm" w="sm" type="none"/>
                      <a:tailEnd len="sm" w="sm" type="none"/>
                    </a:lnT>
                    <a:lnB cap="flat" cmpd="sng" w="12700">
                      <a:solidFill>
                        <a:srgbClr val="C5C4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A41"/>
                        </a:buClr>
                        <a:buSzPts val="1700"/>
                        <a:buFont typeface="IBM Plex Sans"/>
                        <a:buNone/>
                      </a:pPr>
                      <a:r>
                        <a:rPr lang="en-US" sz="1700" u="none" cap="none" strike="noStrike">
                          <a:solidFill>
                            <a:srgbClr val="1B2A41"/>
                          </a:solidFill>
                          <a:latin typeface="IBM Plex Sans"/>
                          <a:ea typeface="IBM Plex Sans"/>
                          <a:cs typeface="IBM Plex Sans"/>
                          <a:sym typeface="IBM Plex Sans"/>
                        </a:rPr>
                        <a:t>Martes 10 h: día hábil sin picos de compras, con todas las áreas</a:t>
                      </a:r>
                      <a:endParaRPr sz="1700" u="none" cap="none" strike="noStrike">
                        <a:latin typeface="IBM Plex Sans"/>
                        <a:ea typeface="IBM Plex Sans"/>
                        <a:cs typeface="IBM Plex Sans"/>
                        <a:sym typeface="IBM Plex Sans"/>
                      </a:endParaRPr>
                    </a:p>
                  </a:txBody>
                  <a:tcPr marT="75575" marB="75575" marR="75575" marL="75575">
                    <a:lnL cap="flat" cmpd="sng" w="12700">
                      <a:solidFill>
                        <a:srgbClr val="C5C4C1"/>
                      </a:solidFill>
                      <a:prstDash val="solid"/>
                      <a:round/>
                      <a:headEnd len="sm" w="sm" type="none"/>
                      <a:tailEnd len="sm" w="sm" type="none"/>
                    </a:lnL>
                    <a:lnR cap="flat" cmpd="sng" w="12700">
                      <a:solidFill>
                        <a:srgbClr val="C5C4C1"/>
                      </a:solidFill>
                      <a:prstDash val="solid"/>
                      <a:round/>
                      <a:headEnd len="sm" w="sm" type="none"/>
                      <a:tailEnd len="sm" w="sm" type="none"/>
                    </a:lnR>
                    <a:lnT cap="flat" cmpd="sng" w="12700">
                      <a:solidFill>
                        <a:srgbClr val="B5BCC6"/>
                      </a:solidFill>
                      <a:prstDash val="solid"/>
                      <a:round/>
                      <a:headEnd len="sm" w="sm" type="none"/>
                      <a:tailEnd len="sm" w="sm" type="none"/>
                    </a:lnT>
                    <a:lnB cap="flat" cmpd="sng" w="12700">
                      <a:solidFill>
                        <a:srgbClr val="C5C4C1"/>
                      </a:solidFill>
                      <a:prstDash val="solid"/>
                      <a:round/>
                      <a:headEnd len="sm" w="sm" type="none"/>
                      <a:tailEnd len="sm" w="sm" type="none"/>
                    </a:lnB>
                  </a:tcPr>
                </a:tc>
              </a:tr>
              <a:tr h="460775">
                <a:tc>
                  <a:txBody>
                    <a:bodyPr/>
                    <a:lstStyle/>
                    <a:p>
                      <a:pPr indent="0" lvl="0" marL="0" marR="0" rtl="0" algn="l">
                        <a:lnSpc>
                          <a:spcPct val="140000"/>
                        </a:lnSpc>
                        <a:spcBef>
                          <a:spcPts val="0"/>
                        </a:spcBef>
                        <a:spcAft>
                          <a:spcPts val="0"/>
                        </a:spcAft>
                        <a:buClr>
                          <a:srgbClr val="1B2A41"/>
                        </a:buClr>
                        <a:buSzPts val="1700"/>
                        <a:buFont typeface="IBM Plex Sans"/>
                        <a:buNone/>
                      </a:pPr>
                      <a:r>
                        <a:rPr lang="en-US" sz="1700" u="none" cap="none" strike="noStrike">
                          <a:solidFill>
                            <a:srgbClr val="1B2A41"/>
                          </a:solidFill>
                          <a:latin typeface="IBM Plex Sans"/>
                          <a:ea typeface="IBM Plex Sans"/>
                          <a:cs typeface="IBM Plex Sans"/>
                          <a:sym typeface="IBM Plex Sans"/>
                        </a:rPr>
                        <a:t>9. Forma de despliegue</a:t>
                      </a:r>
                      <a:endParaRPr sz="1700" u="none" cap="none" strike="noStrike">
                        <a:latin typeface="IBM Plex Sans"/>
                        <a:ea typeface="IBM Plex Sans"/>
                        <a:cs typeface="IBM Plex Sans"/>
                        <a:sym typeface="IBM Plex Sans"/>
                      </a:endParaRPr>
                    </a:p>
                  </a:txBody>
                  <a:tcPr marT="75575" marB="75575" marR="75575" marL="75575">
                    <a:lnL cap="flat" cmpd="sng" w="12700">
                      <a:solidFill>
                        <a:srgbClr val="C5C4C1"/>
                      </a:solidFill>
                      <a:prstDash val="solid"/>
                      <a:round/>
                      <a:headEnd len="sm" w="sm" type="none"/>
                      <a:tailEnd len="sm" w="sm" type="none"/>
                    </a:lnL>
                    <a:lnR cap="flat" cmpd="sng" w="12700">
                      <a:solidFill>
                        <a:srgbClr val="C5C4C1"/>
                      </a:solidFill>
                      <a:prstDash val="solid"/>
                      <a:round/>
                      <a:headEnd len="sm" w="sm" type="none"/>
                      <a:tailEnd len="sm" w="sm" type="none"/>
                    </a:lnR>
                    <a:lnT cap="flat" cmpd="sng" w="12700">
                      <a:solidFill>
                        <a:srgbClr val="C5C4C1"/>
                      </a:solidFill>
                      <a:prstDash val="solid"/>
                      <a:round/>
                      <a:headEnd len="sm" w="sm" type="none"/>
                      <a:tailEnd len="sm" w="sm" type="none"/>
                    </a:lnT>
                    <a:lnB cap="flat" cmpd="sng" w="12700">
                      <a:solidFill>
                        <a:srgbClr val="C5C4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A41"/>
                        </a:buClr>
                        <a:buSzPts val="1700"/>
                        <a:buFont typeface="IBM Plex Sans"/>
                        <a:buNone/>
                      </a:pPr>
                      <a:r>
                        <a:rPr lang="en-US" sz="1700" u="none" cap="none" strike="noStrike">
                          <a:solidFill>
                            <a:srgbClr val="1B2A41"/>
                          </a:solidFill>
                          <a:latin typeface="IBM Plex Sans"/>
                          <a:ea typeface="IBM Plex Sans"/>
                          <a:cs typeface="IBM Plex Sans"/>
                          <a:sym typeface="IBM Plex Sans"/>
                        </a:rPr>
                        <a:t>Reparto de tráfico por pesos: sombra, 1, 5, 25 y 100%</a:t>
                      </a:r>
                      <a:endParaRPr sz="1700" u="none" cap="none" strike="noStrike">
                        <a:latin typeface="IBM Plex Sans"/>
                        <a:ea typeface="IBM Plex Sans"/>
                        <a:cs typeface="IBM Plex Sans"/>
                        <a:sym typeface="IBM Plex Sans"/>
                      </a:endParaRPr>
                    </a:p>
                  </a:txBody>
                  <a:tcPr marT="75575" marB="75575" marR="75575" marL="75575">
                    <a:lnL cap="flat" cmpd="sng" w="12700">
                      <a:solidFill>
                        <a:srgbClr val="C5C4C1"/>
                      </a:solidFill>
                      <a:prstDash val="solid"/>
                      <a:round/>
                      <a:headEnd len="sm" w="sm" type="none"/>
                      <a:tailEnd len="sm" w="sm" type="none"/>
                    </a:lnL>
                    <a:lnR cap="flat" cmpd="sng" w="12700">
                      <a:solidFill>
                        <a:srgbClr val="C5C4C1"/>
                      </a:solidFill>
                      <a:prstDash val="solid"/>
                      <a:round/>
                      <a:headEnd len="sm" w="sm" type="none"/>
                      <a:tailEnd len="sm" w="sm" type="none"/>
                    </a:lnR>
                    <a:lnT cap="flat" cmpd="sng" w="12700">
                      <a:solidFill>
                        <a:srgbClr val="C5C4C1"/>
                      </a:solidFill>
                      <a:prstDash val="solid"/>
                      <a:round/>
                      <a:headEnd len="sm" w="sm" type="none"/>
                      <a:tailEnd len="sm" w="sm" type="none"/>
                    </a:lnT>
                    <a:lnB cap="flat" cmpd="sng" w="12700">
                      <a:solidFill>
                        <a:srgbClr val="C5C4C1"/>
                      </a:solidFill>
                      <a:prstDash val="solid"/>
                      <a:round/>
                      <a:headEnd len="sm" w="sm" type="none"/>
                      <a:tailEnd len="sm" w="sm" type="none"/>
                    </a:lnB>
                  </a:tcPr>
                </a:tc>
              </a:tr>
              <a:tr h="460775">
                <a:tc>
                  <a:txBody>
                    <a:bodyPr/>
                    <a:lstStyle/>
                    <a:p>
                      <a:pPr indent="0" lvl="0" marL="0" marR="0" rtl="0" algn="l">
                        <a:lnSpc>
                          <a:spcPct val="140000"/>
                        </a:lnSpc>
                        <a:spcBef>
                          <a:spcPts val="0"/>
                        </a:spcBef>
                        <a:spcAft>
                          <a:spcPts val="0"/>
                        </a:spcAft>
                        <a:buClr>
                          <a:srgbClr val="1B2A41"/>
                        </a:buClr>
                        <a:buSzPts val="1700"/>
                        <a:buFont typeface="IBM Plex Sans"/>
                        <a:buNone/>
                      </a:pPr>
                      <a:r>
                        <a:rPr lang="en-US" sz="1700" u="none" cap="none" strike="noStrike">
                          <a:solidFill>
                            <a:srgbClr val="1B2A41"/>
                          </a:solidFill>
                          <a:latin typeface="IBM Plex Sans"/>
                          <a:ea typeface="IBM Plex Sans"/>
                          <a:cs typeface="IBM Plex Sans"/>
                          <a:sym typeface="IBM Plex Sans"/>
                        </a:rPr>
                        <a:t>10. Reducir riesgos</a:t>
                      </a:r>
                      <a:endParaRPr sz="1700" u="none" cap="none" strike="noStrike">
                        <a:latin typeface="IBM Plex Sans"/>
                        <a:ea typeface="IBM Plex Sans"/>
                        <a:cs typeface="IBM Plex Sans"/>
                        <a:sym typeface="IBM Plex Sans"/>
                      </a:endParaRPr>
                    </a:p>
                  </a:txBody>
                  <a:tcPr marT="75575" marB="75575" marR="75575" marL="75575">
                    <a:lnL cap="flat" cmpd="sng" w="12700">
                      <a:solidFill>
                        <a:srgbClr val="C5C4C1"/>
                      </a:solidFill>
                      <a:prstDash val="solid"/>
                      <a:round/>
                      <a:headEnd len="sm" w="sm" type="none"/>
                      <a:tailEnd len="sm" w="sm" type="none"/>
                    </a:lnL>
                    <a:lnR cap="flat" cmpd="sng" w="12700">
                      <a:solidFill>
                        <a:srgbClr val="C5C4C1"/>
                      </a:solidFill>
                      <a:prstDash val="solid"/>
                      <a:round/>
                      <a:headEnd len="sm" w="sm" type="none"/>
                      <a:tailEnd len="sm" w="sm" type="none"/>
                    </a:lnR>
                    <a:lnT cap="flat" cmpd="sng" w="12700">
                      <a:solidFill>
                        <a:srgbClr val="C5C4C1"/>
                      </a:solidFill>
                      <a:prstDash val="solid"/>
                      <a:round/>
                      <a:headEnd len="sm" w="sm" type="none"/>
                      <a:tailEnd len="sm" w="sm" type="none"/>
                    </a:lnT>
                    <a:lnB cap="flat" cmpd="sng" w="12700">
                      <a:solidFill>
                        <a:srgbClr val="C5C4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A41"/>
                        </a:buClr>
                        <a:buSzPts val="1700"/>
                        <a:buFont typeface="IBM Plex Sans"/>
                        <a:buNone/>
                      </a:pPr>
                      <a:r>
                        <a:rPr lang="en-US" sz="1700" u="none" cap="none" strike="noStrike">
                          <a:solidFill>
                            <a:srgbClr val="1B2A41"/>
                          </a:solidFill>
                          <a:latin typeface="IBM Plex Sans"/>
                          <a:ea typeface="IBM Plex Sans"/>
                          <a:cs typeface="IBM Plex Sans"/>
                          <a:sym typeface="IBM Plex Sans"/>
                        </a:rPr>
                        <a:t>Semáforo entre etapas, con umbrales fijados de antemano</a:t>
                      </a:r>
                      <a:endParaRPr sz="1700" u="none" cap="none" strike="noStrike">
                        <a:latin typeface="IBM Plex Sans"/>
                        <a:ea typeface="IBM Plex Sans"/>
                        <a:cs typeface="IBM Plex Sans"/>
                        <a:sym typeface="IBM Plex Sans"/>
                      </a:endParaRPr>
                    </a:p>
                  </a:txBody>
                  <a:tcPr marT="75575" marB="75575" marR="75575" marL="75575">
                    <a:lnL cap="flat" cmpd="sng" w="12700">
                      <a:solidFill>
                        <a:srgbClr val="C5C4C1"/>
                      </a:solidFill>
                      <a:prstDash val="solid"/>
                      <a:round/>
                      <a:headEnd len="sm" w="sm" type="none"/>
                      <a:tailEnd len="sm" w="sm" type="none"/>
                    </a:lnL>
                    <a:lnR cap="flat" cmpd="sng" w="12700">
                      <a:solidFill>
                        <a:srgbClr val="C5C4C1"/>
                      </a:solidFill>
                      <a:prstDash val="solid"/>
                      <a:round/>
                      <a:headEnd len="sm" w="sm" type="none"/>
                      <a:tailEnd len="sm" w="sm" type="none"/>
                    </a:lnR>
                    <a:lnT cap="flat" cmpd="sng" w="12700">
                      <a:solidFill>
                        <a:srgbClr val="C5C4C1"/>
                      </a:solidFill>
                      <a:prstDash val="solid"/>
                      <a:round/>
                      <a:headEnd len="sm" w="sm" type="none"/>
                      <a:tailEnd len="sm" w="sm" type="none"/>
                    </a:lnT>
                    <a:lnB cap="flat" cmpd="sng" w="12700">
                      <a:solidFill>
                        <a:srgbClr val="C5C4C1"/>
                      </a:solidFill>
                      <a:prstDash val="solid"/>
                      <a:round/>
                      <a:headEnd len="sm" w="sm" type="none"/>
                      <a:tailEnd len="sm" w="sm" type="none"/>
                    </a:lnB>
                  </a:tcPr>
                </a:tc>
              </a:tr>
              <a:tr h="460775">
                <a:tc>
                  <a:txBody>
                    <a:bodyPr/>
                    <a:lstStyle/>
                    <a:p>
                      <a:pPr indent="0" lvl="0" marL="0" marR="0" rtl="0" algn="l">
                        <a:lnSpc>
                          <a:spcPct val="140000"/>
                        </a:lnSpc>
                        <a:spcBef>
                          <a:spcPts val="0"/>
                        </a:spcBef>
                        <a:spcAft>
                          <a:spcPts val="0"/>
                        </a:spcAft>
                        <a:buClr>
                          <a:srgbClr val="1B2A41"/>
                        </a:buClr>
                        <a:buSzPts val="1700"/>
                        <a:buFont typeface="IBM Plex Sans"/>
                        <a:buNone/>
                      </a:pPr>
                      <a:r>
                        <a:rPr lang="en-US" sz="1700" u="none" cap="none" strike="noStrike">
                          <a:solidFill>
                            <a:srgbClr val="1B2A41"/>
                          </a:solidFill>
                          <a:latin typeface="IBM Plex Sans"/>
                          <a:ea typeface="IBM Plex Sans"/>
                          <a:cs typeface="IBM Plex Sans"/>
                          <a:sym typeface="IBM Plex Sans"/>
                        </a:rPr>
                        <a:t>11. Monitoreo</a:t>
                      </a:r>
                      <a:endParaRPr sz="1700" u="none" cap="none" strike="noStrike">
                        <a:latin typeface="IBM Plex Sans"/>
                        <a:ea typeface="IBM Plex Sans"/>
                        <a:cs typeface="IBM Plex Sans"/>
                        <a:sym typeface="IBM Plex Sans"/>
                      </a:endParaRPr>
                    </a:p>
                  </a:txBody>
                  <a:tcPr marT="75575" marB="75575" marR="75575" marL="75575">
                    <a:lnL cap="flat" cmpd="sng" w="12700">
                      <a:solidFill>
                        <a:srgbClr val="C5C4C1"/>
                      </a:solidFill>
                      <a:prstDash val="solid"/>
                      <a:round/>
                      <a:headEnd len="sm" w="sm" type="none"/>
                      <a:tailEnd len="sm" w="sm" type="none"/>
                    </a:lnL>
                    <a:lnR cap="flat" cmpd="sng" w="12700">
                      <a:solidFill>
                        <a:srgbClr val="C5C4C1"/>
                      </a:solidFill>
                      <a:prstDash val="solid"/>
                      <a:round/>
                      <a:headEnd len="sm" w="sm" type="none"/>
                      <a:tailEnd len="sm" w="sm" type="none"/>
                    </a:lnR>
                    <a:lnT cap="flat" cmpd="sng" w="12700">
                      <a:solidFill>
                        <a:srgbClr val="C5C4C1"/>
                      </a:solidFill>
                      <a:prstDash val="solid"/>
                      <a:round/>
                      <a:headEnd len="sm" w="sm" type="none"/>
                      <a:tailEnd len="sm" w="sm" type="none"/>
                    </a:lnT>
                    <a:lnB cap="flat" cmpd="sng" w="12700">
                      <a:solidFill>
                        <a:srgbClr val="C5C4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A41"/>
                        </a:buClr>
                        <a:buSzPts val="1700"/>
                        <a:buFont typeface="IBM Plex Sans"/>
                        <a:buNone/>
                      </a:pPr>
                      <a:r>
                        <a:rPr lang="en-US" sz="1700" u="none" cap="none" strike="noStrike">
                          <a:solidFill>
                            <a:srgbClr val="1B2A41"/>
                          </a:solidFill>
                          <a:latin typeface="IBM Plex Sans"/>
                          <a:ea typeface="IBM Plex Sans"/>
                          <a:cs typeface="IBM Plex Sans"/>
                          <a:sym typeface="IBM Plex Sans"/>
                        </a:rPr>
                        <a:t>Latencia, errores, bloqueos, scores y deriva</a:t>
                      </a:r>
                      <a:endParaRPr sz="1700" u="none" cap="none" strike="noStrike">
                        <a:latin typeface="IBM Plex Sans"/>
                        <a:ea typeface="IBM Plex Sans"/>
                        <a:cs typeface="IBM Plex Sans"/>
                        <a:sym typeface="IBM Plex Sans"/>
                      </a:endParaRPr>
                    </a:p>
                  </a:txBody>
                  <a:tcPr marT="75575" marB="75575" marR="75575" marL="75575">
                    <a:lnL cap="flat" cmpd="sng" w="12700">
                      <a:solidFill>
                        <a:srgbClr val="C5C4C1"/>
                      </a:solidFill>
                      <a:prstDash val="solid"/>
                      <a:round/>
                      <a:headEnd len="sm" w="sm" type="none"/>
                      <a:tailEnd len="sm" w="sm" type="none"/>
                    </a:lnL>
                    <a:lnR cap="flat" cmpd="sng" w="12700">
                      <a:solidFill>
                        <a:srgbClr val="C5C4C1"/>
                      </a:solidFill>
                      <a:prstDash val="solid"/>
                      <a:round/>
                      <a:headEnd len="sm" w="sm" type="none"/>
                      <a:tailEnd len="sm" w="sm" type="none"/>
                    </a:lnR>
                    <a:lnT cap="flat" cmpd="sng" w="12700">
                      <a:solidFill>
                        <a:srgbClr val="C5C4C1"/>
                      </a:solidFill>
                      <a:prstDash val="solid"/>
                      <a:round/>
                      <a:headEnd len="sm" w="sm" type="none"/>
                      <a:tailEnd len="sm" w="sm" type="none"/>
                    </a:lnT>
                    <a:lnB cap="flat" cmpd="sng" w="12700">
                      <a:solidFill>
                        <a:srgbClr val="C5C4C1"/>
                      </a:solidFill>
                      <a:prstDash val="solid"/>
                      <a:round/>
                      <a:headEnd len="sm" w="sm" type="none"/>
                      <a:tailEnd len="sm" w="sm" type="none"/>
                    </a:lnB>
                  </a:tcPr>
                </a:tc>
              </a:tr>
              <a:tr h="460775">
                <a:tc>
                  <a:txBody>
                    <a:bodyPr/>
                    <a:lstStyle/>
                    <a:p>
                      <a:pPr indent="0" lvl="0" marL="0" marR="0" rtl="0" algn="l">
                        <a:lnSpc>
                          <a:spcPct val="140000"/>
                        </a:lnSpc>
                        <a:spcBef>
                          <a:spcPts val="0"/>
                        </a:spcBef>
                        <a:spcAft>
                          <a:spcPts val="0"/>
                        </a:spcAft>
                        <a:buClr>
                          <a:srgbClr val="1B2A41"/>
                        </a:buClr>
                        <a:buSzPts val="1700"/>
                        <a:buFont typeface="IBM Plex Sans"/>
                        <a:buNone/>
                      </a:pPr>
                      <a:r>
                        <a:rPr lang="en-US" sz="1700" u="none" cap="none" strike="noStrike">
                          <a:solidFill>
                            <a:srgbClr val="1B2A41"/>
                          </a:solidFill>
                          <a:latin typeface="IBM Plex Sans"/>
                          <a:ea typeface="IBM Plex Sans"/>
                          <a:cs typeface="IBM Plex Sans"/>
                          <a:sym typeface="IBM Plex Sans"/>
                        </a:rPr>
                        <a:t>12. Pruebas posteriores</a:t>
                      </a:r>
                      <a:endParaRPr sz="1700" u="none" cap="none" strike="noStrike">
                        <a:latin typeface="IBM Plex Sans"/>
                        <a:ea typeface="IBM Plex Sans"/>
                        <a:cs typeface="IBM Plex Sans"/>
                        <a:sym typeface="IBM Plex Sans"/>
                      </a:endParaRPr>
                    </a:p>
                  </a:txBody>
                  <a:tcPr marT="75575" marB="75575" marR="75575" marL="75575">
                    <a:lnL cap="flat" cmpd="sng" w="12700">
                      <a:solidFill>
                        <a:srgbClr val="C5C4C1"/>
                      </a:solidFill>
                      <a:prstDash val="solid"/>
                      <a:round/>
                      <a:headEnd len="sm" w="sm" type="none"/>
                      <a:tailEnd len="sm" w="sm" type="none"/>
                    </a:lnL>
                    <a:lnR cap="flat" cmpd="sng" w="12700">
                      <a:solidFill>
                        <a:srgbClr val="C5C4C1"/>
                      </a:solidFill>
                      <a:prstDash val="solid"/>
                      <a:round/>
                      <a:headEnd len="sm" w="sm" type="none"/>
                      <a:tailEnd len="sm" w="sm" type="none"/>
                    </a:lnR>
                    <a:lnT cap="flat" cmpd="sng" w="12700">
                      <a:solidFill>
                        <a:srgbClr val="C5C4C1"/>
                      </a:solidFill>
                      <a:prstDash val="solid"/>
                      <a:round/>
                      <a:headEnd len="sm" w="sm" type="none"/>
                      <a:tailEnd len="sm" w="sm" type="none"/>
                    </a:lnT>
                    <a:lnB cap="flat" cmpd="sng" w="12700">
                      <a:solidFill>
                        <a:srgbClr val="C5C4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A41"/>
                        </a:buClr>
                        <a:buSzPts val="1700"/>
                        <a:buFont typeface="IBM Plex Sans"/>
                        <a:buNone/>
                      </a:pPr>
                      <a:r>
                        <a:rPr lang="en-US" sz="1700" u="none" cap="none" strike="noStrike">
                          <a:solidFill>
                            <a:srgbClr val="1B2A41"/>
                          </a:solidFill>
                          <a:latin typeface="IBM Plex Sans"/>
                          <a:ea typeface="IBM Plex Sans"/>
                          <a:cs typeface="IBM Plex Sans"/>
                          <a:sym typeface="IBM Plex Sans"/>
                        </a:rPr>
                        <a:t>Prueba end-to-end, comparar con v1, muestra revisada</a:t>
                      </a:r>
                      <a:endParaRPr sz="1700" u="none" cap="none" strike="noStrike">
                        <a:latin typeface="IBM Plex Sans"/>
                        <a:ea typeface="IBM Plex Sans"/>
                        <a:cs typeface="IBM Plex Sans"/>
                        <a:sym typeface="IBM Plex Sans"/>
                      </a:endParaRPr>
                    </a:p>
                  </a:txBody>
                  <a:tcPr marT="75575" marB="75575" marR="75575" marL="75575">
                    <a:lnL cap="flat" cmpd="sng" w="12700">
                      <a:solidFill>
                        <a:srgbClr val="C5C4C1"/>
                      </a:solidFill>
                      <a:prstDash val="solid"/>
                      <a:round/>
                      <a:headEnd len="sm" w="sm" type="none"/>
                      <a:tailEnd len="sm" w="sm" type="none"/>
                    </a:lnL>
                    <a:lnR cap="flat" cmpd="sng" w="12700">
                      <a:solidFill>
                        <a:srgbClr val="C5C4C1"/>
                      </a:solidFill>
                      <a:prstDash val="solid"/>
                      <a:round/>
                      <a:headEnd len="sm" w="sm" type="none"/>
                      <a:tailEnd len="sm" w="sm" type="none"/>
                    </a:lnR>
                    <a:lnT cap="flat" cmpd="sng" w="12700">
                      <a:solidFill>
                        <a:srgbClr val="C5C4C1"/>
                      </a:solidFill>
                      <a:prstDash val="solid"/>
                      <a:round/>
                      <a:headEnd len="sm" w="sm" type="none"/>
                      <a:tailEnd len="sm" w="sm" type="none"/>
                    </a:lnT>
                    <a:lnB cap="flat" cmpd="sng" w="12700">
                      <a:solidFill>
                        <a:srgbClr val="C5C4C1"/>
                      </a:solidFill>
                      <a:prstDash val="solid"/>
                      <a:round/>
                      <a:headEnd len="sm" w="sm" type="none"/>
                      <a:tailEnd len="sm" w="sm" type="none"/>
                    </a:lnB>
                  </a:tcPr>
                </a:tc>
              </a:tr>
              <a:tr h="762950">
                <a:tc>
                  <a:txBody>
                    <a:bodyPr/>
                    <a:lstStyle/>
                    <a:p>
                      <a:pPr indent="0" lvl="0" marL="0" marR="0" rtl="0" algn="l">
                        <a:lnSpc>
                          <a:spcPct val="140000"/>
                        </a:lnSpc>
                        <a:spcBef>
                          <a:spcPts val="0"/>
                        </a:spcBef>
                        <a:spcAft>
                          <a:spcPts val="0"/>
                        </a:spcAft>
                        <a:buClr>
                          <a:srgbClr val="1B2A41"/>
                        </a:buClr>
                        <a:buSzPts val="1700"/>
                        <a:buFont typeface="IBM Plex Sans"/>
                        <a:buNone/>
                      </a:pPr>
                      <a:r>
                        <a:rPr lang="en-US" sz="1700" u="none" cap="none" strike="noStrike">
                          <a:solidFill>
                            <a:srgbClr val="1B2A41"/>
                          </a:solidFill>
                          <a:latin typeface="IBM Plex Sans"/>
                          <a:ea typeface="IBM Plex Sans"/>
                          <a:cs typeface="IBM Plex Sans"/>
                          <a:sym typeface="IBM Plex Sans"/>
                        </a:rPr>
                        <a:t>13. Comunicación y aprobaciones</a:t>
                      </a:r>
                      <a:endParaRPr sz="1700" u="none" cap="none" strike="noStrike">
                        <a:latin typeface="IBM Plex Sans"/>
                        <a:ea typeface="IBM Plex Sans"/>
                        <a:cs typeface="IBM Plex Sans"/>
                        <a:sym typeface="IBM Plex Sans"/>
                      </a:endParaRPr>
                    </a:p>
                  </a:txBody>
                  <a:tcPr marT="75575" marB="75575" marR="75575" marL="75575">
                    <a:lnL cap="flat" cmpd="sng" w="12700">
                      <a:solidFill>
                        <a:srgbClr val="C5C4C1"/>
                      </a:solidFill>
                      <a:prstDash val="solid"/>
                      <a:round/>
                      <a:headEnd len="sm" w="sm" type="none"/>
                      <a:tailEnd len="sm" w="sm" type="none"/>
                    </a:lnL>
                    <a:lnR cap="flat" cmpd="sng" w="12700">
                      <a:solidFill>
                        <a:srgbClr val="C5C4C1"/>
                      </a:solidFill>
                      <a:prstDash val="solid"/>
                      <a:round/>
                      <a:headEnd len="sm" w="sm" type="none"/>
                      <a:tailEnd len="sm" w="sm" type="none"/>
                    </a:lnR>
                    <a:lnT cap="flat" cmpd="sng" w="12700">
                      <a:solidFill>
                        <a:srgbClr val="C5C4C1"/>
                      </a:solidFill>
                      <a:prstDash val="solid"/>
                      <a:round/>
                      <a:headEnd len="sm" w="sm" type="none"/>
                      <a:tailEnd len="sm" w="sm" type="none"/>
                    </a:lnT>
                    <a:lnB cap="flat" cmpd="sng" w="12700">
                      <a:solidFill>
                        <a:srgbClr val="C5C4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A41"/>
                        </a:buClr>
                        <a:buSzPts val="1700"/>
                        <a:buFont typeface="IBM Plex Sans"/>
                        <a:buNone/>
                      </a:pPr>
                      <a:r>
                        <a:rPr lang="en-US" sz="1700" u="none" cap="none" strike="noStrike">
                          <a:solidFill>
                            <a:srgbClr val="1B2A41"/>
                          </a:solidFill>
                          <a:latin typeface="IBM Plex Sans"/>
                          <a:ea typeface="IBM Plex Sans"/>
                          <a:cs typeface="IBM Plex Sans"/>
                          <a:sym typeface="IBM Plex Sans"/>
                        </a:rPr>
                        <a:t>Aviso a Fraude, Riesgos, Atención y TI; aprueba el comité de cambios</a:t>
                      </a:r>
                      <a:endParaRPr sz="1700" u="none" cap="none" strike="noStrike">
                        <a:latin typeface="IBM Plex Sans"/>
                        <a:ea typeface="IBM Plex Sans"/>
                        <a:cs typeface="IBM Plex Sans"/>
                        <a:sym typeface="IBM Plex Sans"/>
                      </a:endParaRPr>
                    </a:p>
                  </a:txBody>
                  <a:tcPr marT="75575" marB="75575" marR="75575" marL="75575">
                    <a:lnL cap="flat" cmpd="sng" w="12700">
                      <a:solidFill>
                        <a:srgbClr val="C5C4C1"/>
                      </a:solidFill>
                      <a:prstDash val="solid"/>
                      <a:round/>
                      <a:headEnd len="sm" w="sm" type="none"/>
                      <a:tailEnd len="sm" w="sm" type="none"/>
                    </a:lnL>
                    <a:lnR cap="flat" cmpd="sng" w="12700">
                      <a:solidFill>
                        <a:srgbClr val="C5C4C1"/>
                      </a:solidFill>
                      <a:prstDash val="solid"/>
                      <a:round/>
                      <a:headEnd len="sm" w="sm" type="none"/>
                      <a:tailEnd len="sm" w="sm" type="none"/>
                    </a:lnR>
                    <a:lnT cap="flat" cmpd="sng" w="12700">
                      <a:solidFill>
                        <a:srgbClr val="C5C4C1"/>
                      </a:solidFill>
                      <a:prstDash val="solid"/>
                      <a:round/>
                      <a:headEnd len="sm" w="sm" type="none"/>
                      <a:tailEnd len="sm" w="sm" type="none"/>
                    </a:lnT>
                    <a:lnB cap="flat" cmpd="sng" w="12700">
                      <a:solidFill>
                        <a:srgbClr val="C5C4C1"/>
                      </a:solidFill>
                      <a:prstDash val="solid"/>
                      <a:round/>
                      <a:headEnd len="sm" w="sm" type="none"/>
                      <a:tailEnd len="sm" w="sm" type="none"/>
                    </a:lnB>
                  </a:tcPr>
                </a:tc>
              </a:tr>
              <a:tr h="460775">
                <a:tc>
                  <a:txBody>
                    <a:bodyPr/>
                    <a:lstStyle/>
                    <a:p>
                      <a:pPr indent="0" lvl="0" marL="0" marR="0" rtl="0" algn="l">
                        <a:lnSpc>
                          <a:spcPct val="140000"/>
                        </a:lnSpc>
                        <a:spcBef>
                          <a:spcPts val="0"/>
                        </a:spcBef>
                        <a:spcAft>
                          <a:spcPts val="0"/>
                        </a:spcAft>
                        <a:buClr>
                          <a:srgbClr val="1B2A41"/>
                        </a:buClr>
                        <a:buSzPts val="1700"/>
                        <a:buFont typeface="IBM Plex Sans"/>
                        <a:buNone/>
                      </a:pPr>
                      <a:r>
                        <a:rPr lang="en-US" sz="1700" u="none" cap="none" strike="noStrike">
                          <a:solidFill>
                            <a:srgbClr val="1B2A41"/>
                          </a:solidFill>
                          <a:latin typeface="IBM Plex Sans"/>
                          <a:ea typeface="IBM Plex Sans"/>
                          <a:cs typeface="IBM Plex Sans"/>
                          <a:sym typeface="IBM Plex Sans"/>
                        </a:rPr>
                        <a:t>14. Rollback y contingencia</a:t>
                      </a:r>
                      <a:endParaRPr sz="1700" u="none" cap="none" strike="noStrike">
                        <a:latin typeface="IBM Plex Sans"/>
                        <a:ea typeface="IBM Plex Sans"/>
                        <a:cs typeface="IBM Plex Sans"/>
                        <a:sym typeface="IBM Plex Sans"/>
                      </a:endParaRPr>
                    </a:p>
                  </a:txBody>
                  <a:tcPr marT="75575" marB="75575" marR="75575" marL="75575">
                    <a:lnL cap="flat" cmpd="sng" w="12700">
                      <a:solidFill>
                        <a:srgbClr val="C5C4C1"/>
                      </a:solidFill>
                      <a:prstDash val="solid"/>
                      <a:round/>
                      <a:headEnd len="sm" w="sm" type="none"/>
                      <a:tailEnd len="sm" w="sm" type="none"/>
                    </a:lnL>
                    <a:lnR cap="flat" cmpd="sng" w="12700">
                      <a:solidFill>
                        <a:srgbClr val="C5C4C1"/>
                      </a:solidFill>
                      <a:prstDash val="solid"/>
                      <a:round/>
                      <a:headEnd len="sm" w="sm" type="none"/>
                      <a:tailEnd len="sm" w="sm" type="none"/>
                    </a:lnR>
                    <a:lnT cap="flat" cmpd="sng" w="12700">
                      <a:solidFill>
                        <a:srgbClr val="C5C4C1"/>
                      </a:solidFill>
                      <a:prstDash val="solid"/>
                      <a:round/>
                      <a:headEnd len="sm" w="sm" type="none"/>
                      <a:tailEnd len="sm" w="sm" type="none"/>
                    </a:lnT>
                    <a:lnB cap="flat" cmpd="sng" w="12700">
                      <a:solidFill>
                        <a:srgbClr val="C5C4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B2A41"/>
                        </a:buClr>
                        <a:buSzPts val="1700"/>
                        <a:buFont typeface="IBM Plex Sans"/>
                        <a:buNone/>
                      </a:pPr>
                      <a:r>
                        <a:rPr lang="en-US" sz="1700" u="none" cap="none" strike="noStrike">
                          <a:solidFill>
                            <a:srgbClr val="1B2A41"/>
                          </a:solidFill>
                          <a:latin typeface="IBM Plex Sans"/>
                          <a:ea typeface="IBM Plex Sans"/>
                          <a:cs typeface="IBM Plex Sans"/>
                          <a:sym typeface="IBM Plex Sans"/>
                        </a:rPr>
                        <a:t>Todo el tráfico a la 1.4.2; reglas de respaldo si falla el scoring</a:t>
                      </a:r>
                      <a:endParaRPr sz="1700" u="none" cap="none" strike="noStrike">
                        <a:latin typeface="IBM Plex Sans"/>
                        <a:ea typeface="IBM Plex Sans"/>
                        <a:cs typeface="IBM Plex Sans"/>
                        <a:sym typeface="IBM Plex Sans"/>
                      </a:endParaRPr>
                    </a:p>
                  </a:txBody>
                  <a:tcPr marT="75575" marB="75575" marR="75575" marL="75575">
                    <a:lnL cap="flat" cmpd="sng" w="12700">
                      <a:solidFill>
                        <a:srgbClr val="C5C4C1"/>
                      </a:solidFill>
                      <a:prstDash val="solid"/>
                      <a:round/>
                      <a:headEnd len="sm" w="sm" type="none"/>
                      <a:tailEnd len="sm" w="sm" type="none"/>
                    </a:lnL>
                    <a:lnR cap="flat" cmpd="sng" w="12700">
                      <a:solidFill>
                        <a:srgbClr val="C5C4C1"/>
                      </a:solidFill>
                      <a:prstDash val="solid"/>
                      <a:round/>
                      <a:headEnd len="sm" w="sm" type="none"/>
                      <a:tailEnd len="sm" w="sm" type="none"/>
                    </a:lnR>
                    <a:lnT cap="flat" cmpd="sng" w="12700">
                      <a:solidFill>
                        <a:srgbClr val="C5C4C1"/>
                      </a:solidFill>
                      <a:prstDash val="solid"/>
                      <a:round/>
                      <a:headEnd len="sm" w="sm" type="none"/>
                      <a:tailEnd len="sm" w="sm" type="none"/>
                    </a:lnT>
                    <a:lnB cap="flat" cmpd="sng" w="12700">
                      <a:solidFill>
                        <a:srgbClr val="C5C4C1"/>
                      </a:solidFill>
                      <a:prstDash val="solid"/>
                      <a:round/>
                      <a:headEnd len="sm" w="sm" type="none"/>
                      <a:tailEnd len="sm" w="sm" type="none"/>
                    </a:lnB>
                  </a:tcPr>
                </a:tc>
              </a:tr>
            </a:tbl>
          </a:graphicData>
        </a:graphic>
      </p:graphicFrame>
      <p:sp>
        <p:nvSpPr>
          <p:cNvPr id="277" name="Google Shape;277;p11"/>
          <p:cNvSpPr/>
          <p:nvPr/>
        </p:nvSpPr>
        <p:spPr>
          <a:xfrm>
            <a:off x="812721" y="6238277"/>
            <a:ext cx="7194469" cy="2387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E6673"/>
              </a:buClr>
              <a:buSzPts val="1200"/>
              <a:buFont typeface="IBM Plex Sans"/>
              <a:buNone/>
            </a:pPr>
            <a:r>
              <a:rPr b="0" i="0" lang="en-US" sz="1200" u="none" cap="none" strike="noStrike">
                <a:solidFill>
                  <a:srgbClr val="5E6673"/>
                </a:solidFill>
                <a:latin typeface="IBM Plex Sans"/>
                <a:ea typeface="IBM Plex Sans"/>
                <a:cs typeface="IBM Plex Sans"/>
                <a:sym typeface="IBM Plex Sans"/>
              </a:rPr>
              <a:t>UTN FRC · Ingeniería y Calidad de Software · 4K3 · Grupo 13</a:t>
            </a:r>
            <a:endParaRPr b="0" i="0" sz="1200" u="none" cap="none" strike="noStrike">
              <a:solidFill>
                <a:schemeClr val="dk1"/>
              </a:solidFill>
              <a:latin typeface="IBM Plex Sans"/>
              <a:ea typeface="IBM Plex Sans"/>
              <a:cs typeface="IBM Plex Sans"/>
              <a:sym typeface="IBM Plex Sans"/>
            </a:endParaRPr>
          </a:p>
        </p:txBody>
      </p:sp>
      <p:sp>
        <p:nvSpPr>
          <p:cNvPr id="278" name="Google Shape;278;p11"/>
          <p:cNvSpPr/>
          <p:nvPr/>
        </p:nvSpPr>
        <p:spPr>
          <a:xfrm>
            <a:off x="8632270" y="6238277"/>
            <a:ext cx="2747010" cy="23876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5E6673"/>
              </a:buClr>
              <a:buSzPts val="1200"/>
              <a:buFont typeface="IBM Plex Sans"/>
              <a:buNone/>
            </a:pPr>
            <a:r>
              <a:rPr b="0" i="0" lang="en-US" sz="1200" u="none" cap="none" strike="noStrike">
                <a:solidFill>
                  <a:srgbClr val="5E6673"/>
                </a:solidFill>
                <a:latin typeface="IBM Plex Sans"/>
                <a:ea typeface="IBM Plex Sans"/>
                <a:cs typeface="IBM Plex Sans"/>
                <a:sym typeface="IBM Plex Sans"/>
              </a:rPr>
              <a:t>Desarrollo · 8 / 17</a:t>
            </a:r>
            <a:endParaRPr b="0" i="0" sz="1200" u="none" cap="none" strike="noStrike">
              <a:solidFill>
                <a:schemeClr val="dk1"/>
              </a:solidFill>
              <a:latin typeface="IBM Plex Sans"/>
              <a:ea typeface="IBM Plex Sans"/>
              <a:cs typeface="IBM Plex Sans"/>
              <a:sym typeface="IBM Plex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2"/>
        </a:solidFill>
      </p:bgPr>
    </p:bg>
    <p:spTree>
      <p:nvGrpSpPr>
        <p:cNvPr id="283" name="Shape 283"/>
        <p:cNvGrpSpPr/>
        <p:nvPr/>
      </p:nvGrpSpPr>
      <p:grpSpPr>
        <a:xfrm>
          <a:off x="0" y="0"/>
          <a:ext cx="0" cy="0"/>
          <a:chOff x="0" y="0"/>
          <a:chExt cx="0" cy="0"/>
        </a:xfrm>
      </p:grpSpPr>
      <p:sp>
        <p:nvSpPr>
          <p:cNvPr id="284" name="Google Shape;284;p12"/>
          <p:cNvSpPr txBox="1"/>
          <p:nvPr>
            <p:ph type="title"/>
          </p:nvPr>
        </p:nvSpPr>
        <p:spPr>
          <a:xfrm>
            <a:off x="812721" y="711163"/>
            <a:ext cx="10883556" cy="4445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B2A41"/>
              </a:buClr>
              <a:buSzPts val="3000"/>
              <a:buFont typeface="IBM Plex Sans"/>
              <a:buNone/>
            </a:pPr>
            <a:r>
              <a:rPr b="1" i="0" lang="en-US" sz="3000">
                <a:solidFill>
                  <a:srgbClr val="1B2A41"/>
                </a:solidFill>
                <a:latin typeface="IBM Plex Sans"/>
                <a:ea typeface="IBM Plex Sans"/>
                <a:cs typeface="IBM Plex Sans"/>
                <a:sym typeface="IBM Plex Sans"/>
              </a:rPr>
              <a:t>Roles y procesos</a:t>
            </a:r>
            <a:endParaRPr sz="3000"/>
          </a:p>
        </p:txBody>
      </p:sp>
      <p:sp>
        <p:nvSpPr>
          <p:cNvPr id="285" name="Google Shape;285;p12"/>
          <p:cNvSpPr/>
          <p:nvPr/>
        </p:nvSpPr>
        <p:spPr>
          <a:xfrm>
            <a:off x="812721" y="1358863"/>
            <a:ext cx="1464826" cy="614482"/>
          </a:xfrm>
          <a:custGeom>
            <a:rect b="b" l="l" r="r" t="t"/>
            <a:pathLst>
              <a:path extrusionOk="0" h="614482" w="1464826">
                <a:moveTo>
                  <a:pt x="50800" y="0"/>
                </a:moveTo>
                <a:lnTo>
                  <a:pt x="1414026" y="0"/>
                </a:lnTo>
                <a:cubicBezTo>
                  <a:pt x="1427499" y="0"/>
                  <a:pt x="1440420" y="5352"/>
                  <a:pt x="1449947" y="14879"/>
                </a:cubicBezTo>
                <a:cubicBezTo>
                  <a:pt x="1459474" y="24406"/>
                  <a:pt x="1464826" y="37327"/>
                  <a:pt x="1464826" y="50800"/>
                </a:cubicBezTo>
                <a:lnTo>
                  <a:pt x="1464826" y="563682"/>
                </a:lnTo>
                <a:cubicBezTo>
                  <a:pt x="1464826" y="591738"/>
                  <a:pt x="1442082" y="614482"/>
                  <a:pt x="1414026" y="614482"/>
                </a:cubicBezTo>
                <a:lnTo>
                  <a:pt x="50800" y="614482"/>
                </a:lnTo>
                <a:cubicBezTo>
                  <a:pt x="22744" y="614482"/>
                  <a:pt x="0" y="591738"/>
                  <a:pt x="0" y="563682"/>
                </a:cubicBezTo>
                <a:lnTo>
                  <a:pt x="0" y="50800"/>
                </a:lnTo>
                <a:cubicBezTo>
                  <a:pt x="0" y="22744"/>
                  <a:pt x="22744" y="0"/>
                  <a:pt x="50800" y="0"/>
                </a:cubicBezTo>
                <a:close/>
              </a:path>
            </a:pathLst>
          </a:custGeom>
          <a:solidFill>
            <a:srgbClr val="2B5C9E"/>
          </a:solidFill>
          <a:ln>
            <a:noFill/>
          </a:ln>
        </p:spPr>
        <p:txBody>
          <a:bodyPr anchorCtr="0" anchor="t" bIns="139700" lIns="25400" spcFirstLastPara="1" rIns="25400" wrap="square" tIns="165100">
            <a:noAutofit/>
          </a:bodyPr>
          <a:lstStyle/>
          <a:p>
            <a:pPr indent="0" lvl="0" marL="0" marR="0" rtl="0" algn="ctr">
              <a:lnSpc>
                <a:spcPct val="140000"/>
              </a:lnSpc>
              <a:spcBef>
                <a:spcPts val="0"/>
              </a:spcBef>
              <a:spcAft>
                <a:spcPts val="0"/>
              </a:spcAft>
              <a:buClr>
                <a:srgbClr val="F7F6F2"/>
              </a:buClr>
              <a:buSzPts val="1600"/>
              <a:buFont typeface="IBM Plex Sans"/>
              <a:buNone/>
            </a:pPr>
            <a:r>
              <a:rPr b="1" i="0" lang="en-US" sz="1600" u="none" cap="none" strike="noStrike">
                <a:solidFill>
                  <a:srgbClr val="F7F6F2"/>
                </a:solidFill>
                <a:latin typeface="IBM Plex Sans"/>
                <a:ea typeface="IBM Plex Sans"/>
                <a:cs typeface="IBM Plex Sans"/>
                <a:sym typeface="IBM Plex Sans"/>
              </a:rPr>
              <a:t>Entrenar</a:t>
            </a:r>
            <a:endParaRPr b="0" i="0" sz="1600" u="none" cap="none" strike="noStrike">
              <a:solidFill>
                <a:schemeClr val="dk1"/>
              </a:solidFill>
              <a:latin typeface="IBM Plex Sans"/>
              <a:ea typeface="IBM Plex Sans"/>
              <a:cs typeface="IBM Plex Sans"/>
              <a:sym typeface="IBM Plex Sans"/>
            </a:endParaRPr>
          </a:p>
        </p:txBody>
      </p:sp>
      <p:pic>
        <p:nvPicPr>
          <p:cNvPr descr="arrow-right" id="286" name="Google Shape;286;p12"/>
          <p:cNvPicPr preferRelativeResize="0"/>
          <p:nvPr/>
        </p:nvPicPr>
        <p:blipFill rotWithShape="1">
          <a:blip r:embed="rId3">
            <a:alphaModFix/>
          </a:blip>
          <a:srcRect b="0" l="-24" r="-24" t="0"/>
          <a:stretch/>
        </p:blipFill>
        <p:spPr>
          <a:xfrm>
            <a:off x="2341007" y="1583531"/>
            <a:ext cx="228600" cy="165021"/>
          </a:xfrm>
          <a:prstGeom prst="rect">
            <a:avLst/>
          </a:prstGeom>
          <a:noFill/>
          <a:ln>
            <a:noFill/>
          </a:ln>
        </p:spPr>
      </p:pic>
      <p:sp>
        <p:nvSpPr>
          <p:cNvPr id="287" name="Google Shape;287;p12"/>
          <p:cNvSpPr/>
          <p:nvPr/>
        </p:nvSpPr>
        <p:spPr>
          <a:xfrm>
            <a:off x="2633067" y="1358863"/>
            <a:ext cx="1464826" cy="614482"/>
          </a:xfrm>
          <a:custGeom>
            <a:rect b="b" l="l" r="r" t="t"/>
            <a:pathLst>
              <a:path extrusionOk="0" h="614482" w="1464826">
                <a:moveTo>
                  <a:pt x="50800" y="0"/>
                </a:moveTo>
                <a:lnTo>
                  <a:pt x="1414026" y="0"/>
                </a:lnTo>
                <a:cubicBezTo>
                  <a:pt x="1427499" y="0"/>
                  <a:pt x="1440420" y="5352"/>
                  <a:pt x="1449947" y="14879"/>
                </a:cubicBezTo>
                <a:cubicBezTo>
                  <a:pt x="1459474" y="24406"/>
                  <a:pt x="1464826" y="37327"/>
                  <a:pt x="1464826" y="50800"/>
                </a:cubicBezTo>
                <a:lnTo>
                  <a:pt x="1464826" y="563682"/>
                </a:lnTo>
                <a:cubicBezTo>
                  <a:pt x="1464826" y="591738"/>
                  <a:pt x="1442082" y="614482"/>
                  <a:pt x="1414026" y="614482"/>
                </a:cubicBezTo>
                <a:lnTo>
                  <a:pt x="50800" y="614482"/>
                </a:lnTo>
                <a:cubicBezTo>
                  <a:pt x="22744" y="614482"/>
                  <a:pt x="0" y="591738"/>
                  <a:pt x="0" y="563682"/>
                </a:cubicBezTo>
                <a:lnTo>
                  <a:pt x="0" y="50800"/>
                </a:lnTo>
                <a:cubicBezTo>
                  <a:pt x="0" y="22744"/>
                  <a:pt x="22744" y="0"/>
                  <a:pt x="50800" y="0"/>
                </a:cubicBezTo>
                <a:close/>
              </a:path>
            </a:pathLst>
          </a:custGeom>
          <a:solidFill>
            <a:srgbClr val="2B5C9E"/>
          </a:solidFill>
          <a:ln>
            <a:noFill/>
          </a:ln>
        </p:spPr>
        <p:txBody>
          <a:bodyPr anchorCtr="0" anchor="t" bIns="139700" lIns="25400" spcFirstLastPara="1" rIns="25400" wrap="square" tIns="165100">
            <a:noAutofit/>
          </a:bodyPr>
          <a:lstStyle/>
          <a:p>
            <a:pPr indent="0" lvl="0" marL="0" marR="0" rtl="0" algn="ctr">
              <a:lnSpc>
                <a:spcPct val="140000"/>
              </a:lnSpc>
              <a:spcBef>
                <a:spcPts val="0"/>
              </a:spcBef>
              <a:spcAft>
                <a:spcPts val="0"/>
              </a:spcAft>
              <a:buClr>
                <a:srgbClr val="F7F6F2"/>
              </a:buClr>
              <a:buSzPts val="1600"/>
              <a:buFont typeface="IBM Plex Sans"/>
              <a:buNone/>
            </a:pPr>
            <a:r>
              <a:rPr b="1" i="0" lang="en-US" sz="1600" u="none" cap="none" strike="noStrike">
                <a:solidFill>
                  <a:srgbClr val="F7F6F2"/>
                </a:solidFill>
                <a:latin typeface="IBM Plex Sans"/>
                <a:ea typeface="IBM Plex Sans"/>
                <a:cs typeface="IBM Plex Sans"/>
                <a:sym typeface="IBM Plex Sans"/>
              </a:rPr>
              <a:t>Validar</a:t>
            </a:r>
            <a:endParaRPr b="0" i="0" sz="1600" u="none" cap="none" strike="noStrike">
              <a:solidFill>
                <a:schemeClr val="dk1"/>
              </a:solidFill>
              <a:latin typeface="IBM Plex Sans"/>
              <a:ea typeface="IBM Plex Sans"/>
              <a:cs typeface="IBM Plex Sans"/>
              <a:sym typeface="IBM Plex Sans"/>
            </a:endParaRPr>
          </a:p>
        </p:txBody>
      </p:sp>
      <p:pic>
        <p:nvPicPr>
          <p:cNvPr descr="arrow-right" id="288" name="Google Shape;288;p12"/>
          <p:cNvPicPr preferRelativeResize="0"/>
          <p:nvPr/>
        </p:nvPicPr>
        <p:blipFill rotWithShape="1">
          <a:blip r:embed="rId3">
            <a:alphaModFix/>
          </a:blip>
          <a:srcRect b="0" l="-24" r="-24" t="0"/>
          <a:stretch/>
        </p:blipFill>
        <p:spPr>
          <a:xfrm>
            <a:off x="4161354" y="1583531"/>
            <a:ext cx="228600" cy="165021"/>
          </a:xfrm>
          <a:prstGeom prst="rect">
            <a:avLst/>
          </a:prstGeom>
          <a:noFill/>
          <a:ln>
            <a:noFill/>
          </a:ln>
        </p:spPr>
      </p:pic>
      <p:sp>
        <p:nvSpPr>
          <p:cNvPr id="289" name="Google Shape;289;p12"/>
          <p:cNvSpPr/>
          <p:nvPr/>
        </p:nvSpPr>
        <p:spPr>
          <a:xfrm>
            <a:off x="4453414" y="1358863"/>
            <a:ext cx="1464826" cy="614482"/>
          </a:xfrm>
          <a:custGeom>
            <a:rect b="b" l="l" r="r" t="t"/>
            <a:pathLst>
              <a:path extrusionOk="0" h="614482" w="1464826">
                <a:moveTo>
                  <a:pt x="50800" y="0"/>
                </a:moveTo>
                <a:lnTo>
                  <a:pt x="1414026" y="0"/>
                </a:lnTo>
                <a:cubicBezTo>
                  <a:pt x="1427499" y="0"/>
                  <a:pt x="1440420" y="5352"/>
                  <a:pt x="1449947" y="14879"/>
                </a:cubicBezTo>
                <a:cubicBezTo>
                  <a:pt x="1459474" y="24406"/>
                  <a:pt x="1464826" y="37327"/>
                  <a:pt x="1464826" y="50800"/>
                </a:cubicBezTo>
                <a:lnTo>
                  <a:pt x="1464826" y="563682"/>
                </a:lnTo>
                <a:cubicBezTo>
                  <a:pt x="1464826" y="591738"/>
                  <a:pt x="1442082" y="614482"/>
                  <a:pt x="1414026" y="614482"/>
                </a:cubicBezTo>
                <a:lnTo>
                  <a:pt x="50800" y="614482"/>
                </a:lnTo>
                <a:cubicBezTo>
                  <a:pt x="22744" y="614482"/>
                  <a:pt x="0" y="591738"/>
                  <a:pt x="0" y="563682"/>
                </a:cubicBezTo>
                <a:lnTo>
                  <a:pt x="0" y="50800"/>
                </a:lnTo>
                <a:cubicBezTo>
                  <a:pt x="0" y="22744"/>
                  <a:pt x="22744" y="0"/>
                  <a:pt x="50800" y="0"/>
                </a:cubicBezTo>
                <a:close/>
              </a:path>
            </a:pathLst>
          </a:custGeom>
          <a:solidFill>
            <a:srgbClr val="2B5C9E"/>
          </a:solidFill>
          <a:ln>
            <a:noFill/>
          </a:ln>
        </p:spPr>
        <p:txBody>
          <a:bodyPr anchorCtr="0" anchor="t" bIns="139700" lIns="25400" spcFirstLastPara="1" rIns="25400" wrap="square" tIns="165100">
            <a:noAutofit/>
          </a:bodyPr>
          <a:lstStyle/>
          <a:p>
            <a:pPr indent="0" lvl="0" marL="0" marR="0" rtl="0" algn="ctr">
              <a:lnSpc>
                <a:spcPct val="140000"/>
              </a:lnSpc>
              <a:spcBef>
                <a:spcPts val="0"/>
              </a:spcBef>
              <a:spcAft>
                <a:spcPts val="0"/>
              </a:spcAft>
              <a:buClr>
                <a:srgbClr val="F7F6F2"/>
              </a:buClr>
              <a:buSzPts val="1600"/>
              <a:buFont typeface="IBM Plex Sans"/>
              <a:buNone/>
            </a:pPr>
            <a:r>
              <a:rPr b="1" i="0" lang="en-US" sz="1600" u="none" cap="none" strike="noStrike">
                <a:solidFill>
                  <a:srgbClr val="F7F6F2"/>
                </a:solidFill>
                <a:latin typeface="IBM Plex Sans"/>
                <a:ea typeface="IBM Plex Sans"/>
                <a:cs typeface="IBM Plex Sans"/>
                <a:sym typeface="IBM Plex Sans"/>
              </a:rPr>
              <a:t>Registrar</a:t>
            </a:r>
            <a:endParaRPr b="0" i="0" sz="1600" u="none" cap="none" strike="noStrike">
              <a:solidFill>
                <a:schemeClr val="dk1"/>
              </a:solidFill>
              <a:latin typeface="IBM Plex Sans"/>
              <a:ea typeface="IBM Plex Sans"/>
              <a:cs typeface="IBM Plex Sans"/>
              <a:sym typeface="IBM Plex Sans"/>
            </a:endParaRPr>
          </a:p>
        </p:txBody>
      </p:sp>
      <p:pic>
        <p:nvPicPr>
          <p:cNvPr descr="arrow-right" id="290" name="Google Shape;290;p12"/>
          <p:cNvPicPr preferRelativeResize="0"/>
          <p:nvPr/>
        </p:nvPicPr>
        <p:blipFill rotWithShape="1">
          <a:blip r:embed="rId3">
            <a:alphaModFix/>
          </a:blip>
          <a:srcRect b="0" l="-24" r="-24" t="0"/>
          <a:stretch/>
        </p:blipFill>
        <p:spPr>
          <a:xfrm>
            <a:off x="5981700" y="1583531"/>
            <a:ext cx="228600" cy="165021"/>
          </a:xfrm>
          <a:prstGeom prst="rect">
            <a:avLst/>
          </a:prstGeom>
          <a:noFill/>
          <a:ln>
            <a:noFill/>
          </a:ln>
        </p:spPr>
      </p:pic>
      <p:sp>
        <p:nvSpPr>
          <p:cNvPr id="291" name="Google Shape;291;p12"/>
          <p:cNvSpPr/>
          <p:nvPr/>
        </p:nvSpPr>
        <p:spPr>
          <a:xfrm>
            <a:off x="6273760" y="1358863"/>
            <a:ext cx="1464826" cy="614482"/>
          </a:xfrm>
          <a:custGeom>
            <a:rect b="b" l="l" r="r" t="t"/>
            <a:pathLst>
              <a:path extrusionOk="0" h="614482" w="1464826">
                <a:moveTo>
                  <a:pt x="50800" y="0"/>
                </a:moveTo>
                <a:lnTo>
                  <a:pt x="1414026" y="0"/>
                </a:lnTo>
                <a:cubicBezTo>
                  <a:pt x="1427499" y="0"/>
                  <a:pt x="1440420" y="5352"/>
                  <a:pt x="1449947" y="14879"/>
                </a:cubicBezTo>
                <a:cubicBezTo>
                  <a:pt x="1459474" y="24406"/>
                  <a:pt x="1464826" y="37327"/>
                  <a:pt x="1464826" y="50800"/>
                </a:cubicBezTo>
                <a:lnTo>
                  <a:pt x="1464826" y="563682"/>
                </a:lnTo>
                <a:cubicBezTo>
                  <a:pt x="1464826" y="591738"/>
                  <a:pt x="1442082" y="614482"/>
                  <a:pt x="1414026" y="614482"/>
                </a:cubicBezTo>
                <a:lnTo>
                  <a:pt x="50800" y="614482"/>
                </a:lnTo>
                <a:cubicBezTo>
                  <a:pt x="22744" y="614482"/>
                  <a:pt x="0" y="591738"/>
                  <a:pt x="0" y="563682"/>
                </a:cubicBezTo>
                <a:lnTo>
                  <a:pt x="0" y="50800"/>
                </a:lnTo>
                <a:cubicBezTo>
                  <a:pt x="0" y="22744"/>
                  <a:pt x="22744" y="0"/>
                  <a:pt x="50800" y="0"/>
                </a:cubicBezTo>
                <a:close/>
              </a:path>
            </a:pathLst>
          </a:custGeom>
          <a:solidFill>
            <a:srgbClr val="2B5C9E"/>
          </a:solidFill>
          <a:ln>
            <a:noFill/>
          </a:ln>
        </p:spPr>
        <p:txBody>
          <a:bodyPr anchorCtr="0" anchor="t" bIns="139700" lIns="25400" spcFirstLastPara="1" rIns="25400" wrap="square" tIns="165100">
            <a:noAutofit/>
          </a:bodyPr>
          <a:lstStyle/>
          <a:p>
            <a:pPr indent="0" lvl="0" marL="0" marR="0" rtl="0" algn="ctr">
              <a:lnSpc>
                <a:spcPct val="140000"/>
              </a:lnSpc>
              <a:spcBef>
                <a:spcPts val="0"/>
              </a:spcBef>
              <a:spcAft>
                <a:spcPts val="0"/>
              </a:spcAft>
              <a:buClr>
                <a:srgbClr val="F7F6F2"/>
              </a:buClr>
              <a:buSzPts val="1600"/>
              <a:buFont typeface="IBM Plex Sans"/>
              <a:buNone/>
            </a:pPr>
            <a:r>
              <a:rPr b="1" i="0" lang="en-US" sz="1600" u="none" cap="none" strike="noStrike">
                <a:solidFill>
                  <a:srgbClr val="F7F6F2"/>
                </a:solidFill>
                <a:latin typeface="IBM Plex Sans"/>
                <a:ea typeface="IBM Plex Sans"/>
                <a:cs typeface="IBM Plex Sans"/>
                <a:sym typeface="IBM Plex Sans"/>
              </a:rPr>
              <a:t>Aprobar</a:t>
            </a:r>
            <a:endParaRPr b="0" i="0" sz="1600" u="none" cap="none" strike="noStrike">
              <a:solidFill>
                <a:schemeClr val="dk1"/>
              </a:solidFill>
              <a:latin typeface="IBM Plex Sans"/>
              <a:ea typeface="IBM Plex Sans"/>
              <a:cs typeface="IBM Plex Sans"/>
              <a:sym typeface="IBM Plex Sans"/>
            </a:endParaRPr>
          </a:p>
        </p:txBody>
      </p:sp>
      <p:pic>
        <p:nvPicPr>
          <p:cNvPr descr="arrow-right" id="292" name="Google Shape;292;p12"/>
          <p:cNvPicPr preferRelativeResize="0"/>
          <p:nvPr/>
        </p:nvPicPr>
        <p:blipFill rotWithShape="1">
          <a:blip r:embed="rId3">
            <a:alphaModFix/>
          </a:blip>
          <a:srcRect b="0" l="-24" r="-24" t="0"/>
          <a:stretch/>
        </p:blipFill>
        <p:spPr>
          <a:xfrm>
            <a:off x="7802047" y="1583531"/>
            <a:ext cx="228600" cy="165021"/>
          </a:xfrm>
          <a:prstGeom prst="rect">
            <a:avLst/>
          </a:prstGeom>
          <a:noFill/>
          <a:ln>
            <a:noFill/>
          </a:ln>
        </p:spPr>
      </p:pic>
      <p:sp>
        <p:nvSpPr>
          <p:cNvPr id="293" name="Google Shape;293;p12"/>
          <p:cNvSpPr/>
          <p:nvPr/>
        </p:nvSpPr>
        <p:spPr>
          <a:xfrm>
            <a:off x="8094107" y="1358863"/>
            <a:ext cx="1464826" cy="614482"/>
          </a:xfrm>
          <a:custGeom>
            <a:rect b="b" l="l" r="r" t="t"/>
            <a:pathLst>
              <a:path extrusionOk="0" h="614482" w="1464826">
                <a:moveTo>
                  <a:pt x="50800" y="0"/>
                </a:moveTo>
                <a:lnTo>
                  <a:pt x="1414026" y="0"/>
                </a:lnTo>
                <a:cubicBezTo>
                  <a:pt x="1427499" y="0"/>
                  <a:pt x="1440420" y="5352"/>
                  <a:pt x="1449947" y="14879"/>
                </a:cubicBezTo>
                <a:cubicBezTo>
                  <a:pt x="1459474" y="24406"/>
                  <a:pt x="1464826" y="37327"/>
                  <a:pt x="1464826" y="50800"/>
                </a:cubicBezTo>
                <a:lnTo>
                  <a:pt x="1464826" y="563682"/>
                </a:lnTo>
                <a:cubicBezTo>
                  <a:pt x="1464826" y="591738"/>
                  <a:pt x="1442082" y="614482"/>
                  <a:pt x="1414026" y="614482"/>
                </a:cubicBezTo>
                <a:lnTo>
                  <a:pt x="50800" y="614482"/>
                </a:lnTo>
                <a:cubicBezTo>
                  <a:pt x="22744" y="614482"/>
                  <a:pt x="0" y="591738"/>
                  <a:pt x="0" y="563682"/>
                </a:cubicBezTo>
                <a:lnTo>
                  <a:pt x="0" y="50800"/>
                </a:lnTo>
                <a:cubicBezTo>
                  <a:pt x="0" y="22744"/>
                  <a:pt x="22744" y="0"/>
                  <a:pt x="50800" y="0"/>
                </a:cubicBezTo>
                <a:close/>
              </a:path>
            </a:pathLst>
          </a:custGeom>
          <a:solidFill>
            <a:srgbClr val="2B5C9E"/>
          </a:solidFill>
          <a:ln>
            <a:noFill/>
          </a:ln>
        </p:spPr>
        <p:txBody>
          <a:bodyPr anchorCtr="0" anchor="t" bIns="139700" lIns="25400" spcFirstLastPara="1" rIns="25400" wrap="square" tIns="165100">
            <a:noAutofit/>
          </a:bodyPr>
          <a:lstStyle/>
          <a:p>
            <a:pPr indent="0" lvl="0" marL="0" marR="0" rtl="0" algn="ctr">
              <a:lnSpc>
                <a:spcPct val="140000"/>
              </a:lnSpc>
              <a:spcBef>
                <a:spcPts val="0"/>
              </a:spcBef>
              <a:spcAft>
                <a:spcPts val="0"/>
              </a:spcAft>
              <a:buClr>
                <a:srgbClr val="F7F6F2"/>
              </a:buClr>
              <a:buSzPts val="1600"/>
              <a:buFont typeface="IBM Plex Sans"/>
              <a:buNone/>
            </a:pPr>
            <a:r>
              <a:rPr b="1" i="0" lang="en-US" sz="1600" u="none" cap="none" strike="noStrike">
                <a:solidFill>
                  <a:srgbClr val="F7F6F2"/>
                </a:solidFill>
                <a:latin typeface="IBM Plex Sans"/>
                <a:ea typeface="IBM Plex Sans"/>
                <a:cs typeface="IBM Plex Sans"/>
                <a:sym typeface="IBM Plex Sans"/>
              </a:rPr>
              <a:t>Desplegar</a:t>
            </a:r>
            <a:endParaRPr b="0" i="0" sz="1600" u="none" cap="none" strike="noStrike">
              <a:solidFill>
                <a:schemeClr val="dk1"/>
              </a:solidFill>
              <a:latin typeface="IBM Plex Sans"/>
              <a:ea typeface="IBM Plex Sans"/>
              <a:cs typeface="IBM Plex Sans"/>
              <a:sym typeface="IBM Plex Sans"/>
            </a:endParaRPr>
          </a:p>
        </p:txBody>
      </p:sp>
      <p:pic>
        <p:nvPicPr>
          <p:cNvPr descr="arrow-right" id="294" name="Google Shape;294;p12"/>
          <p:cNvPicPr preferRelativeResize="0"/>
          <p:nvPr/>
        </p:nvPicPr>
        <p:blipFill rotWithShape="1">
          <a:blip r:embed="rId3">
            <a:alphaModFix/>
          </a:blip>
          <a:srcRect b="0" l="-24" r="-24" t="0"/>
          <a:stretch/>
        </p:blipFill>
        <p:spPr>
          <a:xfrm>
            <a:off x="9622393" y="1583531"/>
            <a:ext cx="228600" cy="165021"/>
          </a:xfrm>
          <a:prstGeom prst="rect">
            <a:avLst/>
          </a:prstGeom>
          <a:noFill/>
          <a:ln>
            <a:noFill/>
          </a:ln>
        </p:spPr>
      </p:pic>
      <p:sp>
        <p:nvSpPr>
          <p:cNvPr id="295" name="Google Shape;295;p12"/>
          <p:cNvSpPr/>
          <p:nvPr/>
        </p:nvSpPr>
        <p:spPr>
          <a:xfrm>
            <a:off x="9914454" y="1358863"/>
            <a:ext cx="1464826" cy="614482"/>
          </a:xfrm>
          <a:custGeom>
            <a:rect b="b" l="l" r="r" t="t"/>
            <a:pathLst>
              <a:path extrusionOk="0" h="614482" w="1464826">
                <a:moveTo>
                  <a:pt x="50800" y="0"/>
                </a:moveTo>
                <a:lnTo>
                  <a:pt x="1414026" y="0"/>
                </a:lnTo>
                <a:cubicBezTo>
                  <a:pt x="1427499" y="0"/>
                  <a:pt x="1440420" y="5352"/>
                  <a:pt x="1449947" y="14879"/>
                </a:cubicBezTo>
                <a:cubicBezTo>
                  <a:pt x="1459474" y="24406"/>
                  <a:pt x="1464826" y="37327"/>
                  <a:pt x="1464826" y="50800"/>
                </a:cubicBezTo>
                <a:lnTo>
                  <a:pt x="1464826" y="563682"/>
                </a:lnTo>
                <a:cubicBezTo>
                  <a:pt x="1464826" y="591738"/>
                  <a:pt x="1442082" y="614482"/>
                  <a:pt x="1414026" y="614482"/>
                </a:cubicBezTo>
                <a:lnTo>
                  <a:pt x="50800" y="614482"/>
                </a:lnTo>
                <a:cubicBezTo>
                  <a:pt x="22744" y="614482"/>
                  <a:pt x="0" y="591738"/>
                  <a:pt x="0" y="563682"/>
                </a:cubicBezTo>
                <a:lnTo>
                  <a:pt x="0" y="50800"/>
                </a:lnTo>
                <a:cubicBezTo>
                  <a:pt x="0" y="22744"/>
                  <a:pt x="22744" y="0"/>
                  <a:pt x="50800" y="0"/>
                </a:cubicBezTo>
                <a:close/>
              </a:path>
            </a:pathLst>
          </a:custGeom>
          <a:solidFill>
            <a:srgbClr val="2B5C9E"/>
          </a:solidFill>
          <a:ln>
            <a:noFill/>
          </a:ln>
        </p:spPr>
        <p:txBody>
          <a:bodyPr anchorCtr="0" anchor="t" bIns="139700" lIns="25400" spcFirstLastPara="1" rIns="25400" wrap="square" tIns="165100">
            <a:noAutofit/>
          </a:bodyPr>
          <a:lstStyle/>
          <a:p>
            <a:pPr indent="0" lvl="0" marL="0" marR="0" rtl="0" algn="ctr">
              <a:lnSpc>
                <a:spcPct val="140000"/>
              </a:lnSpc>
              <a:spcBef>
                <a:spcPts val="0"/>
              </a:spcBef>
              <a:spcAft>
                <a:spcPts val="0"/>
              </a:spcAft>
              <a:buClr>
                <a:srgbClr val="F7F6F2"/>
              </a:buClr>
              <a:buSzPts val="1600"/>
              <a:buFont typeface="IBM Plex Sans"/>
              <a:buNone/>
            </a:pPr>
            <a:r>
              <a:rPr b="1" i="0" lang="en-US" sz="1600" u="none" cap="none" strike="noStrike">
                <a:solidFill>
                  <a:srgbClr val="F7F6F2"/>
                </a:solidFill>
                <a:latin typeface="IBM Plex Sans"/>
                <a:ea typeface="IBM Plex Sans"/>
                <a:cs typeface="IBM Plex Sans"/>
                <a:sym typeface="IBM Plex Sans"/>
              </a:rPr>
              <a:t>Monitorear</a:t>
            </a:r>
            <a:endParaRPr b="0" i="0" sz="1600" u="none" cap="none" strike="noStrike">
              <a:solidFill>
                <a:schemeClr val="dk1"/>
              </a:solidFill>
              <a:latin typeface="IBM Plex Sans"/>
              <a:ea typeface="IBM Plex Sans"/>
              <a:cs typeface="IBM Plex Sans"/>
              <a:sym typeface="IBM Plex Sans"/>
            </a:endParaRPr>
          </a:p>
        </p:txBody>
      </p:sp>
      <p:sp>
        <p:nvSpPr>
          <p:cNvPr id="296" name="Google Shape;296;p12"/>
          <p:cNvSpPr/>
          <p:nvPr/>
        </p:nvSpPr>
        <p:spPr>
          <a:xfrm>
            <a:off x="819071" y="2043156"/>
            <a:ext cx="1452126" cy="1320800"/>
          </a:xfrm>
          <a:custGeom>
            <a:rect b="b" l="l" r="r" t="t"/>
            <a:pathLst>
              <a:path extrusionOk="0" h="1320800" w="1452126">
                <a:moveTo>
                  <a:pt x="44450" y="0"/>
                </a:moveTo>
                <a:lnTo>
                  <a:pt x="1407676" y="0"/>
                </a:lnTo>
                <a:cubicBezTo>
                  <a:pt x="1419465" y="0"/>
                  <a:pt x="1430771" y="4683"/>
                  <a:pt x="1439107" y="13019"/>
                </a:cubicBezTo>
                <a:cubicBezTo>
                  <a:pt x="1447443" y="21355"/>
                  <a:pt x="1452126" y="32661"/>
                  <a:pt x="1452126" y="44450"/>
                </a:cubicBezTo>
                <a:lnTo>
                  <a:pt x="1452126" y="1276350"/>
                </a:lnTo>
                <a:cubicBezTo>
                  <a:pt x="1452126" y="1300899"/>
                  <a:pt x="1432225" y="1320800"/>
                  <a:pt x="1407676" y="1320800"/>
                </a:cubicBezTo>
                <a:lnTo>
                  <a:pt x="44450" y="1320800"/>
                </a:lnTo>
                <a:cubicBezTo>
                  <a:pt x="19901" y="1320800"/>
                  <a:pt x="0" y="1300899"/>
                  <a:pt x="0" y="1276350"/>
                </a:cubicBezTo>
                <a:lnTo>
                  <a:pt x="0" y="44450"/>
                </a:lnTo>
                <a:cubicBezTo>
                  <a:pt x="0" y="19901"/>
                  <a:pt x="19901" y="0"/>
                  <a:pt x="44450" y="0"/>
                </a:cubicBezTo>
                <a:close/>
              </a:path>
            </a:pathLst>
          </a:custGeom>
          <a:solidFill>
            <a:srgbClr val="FCFBF8"/>
          </a:solidFill>
          <a:ln cap="flat" cmpd="sng" w="12700">
            <a:solidFill>
              <a:srgbClr val="CFCABD"/>
            </a:solidFill>
            <a:prstDash val="solid"/>
            <a:round/>
            <a:headEnd len="sm" w="sm" type="none"/>
            <a:tailEnd len="sm" w="sm" type="none"/>
          </a:ln>
        </p:spPr>
        <p:txBody>
          <a:bodyPr anchorCtr="0" anchor="t" bIns="90150" lIns="26650" spcFirstLastPara="1" rIns="26650" wrap="square" tIns="115550">
            <a:noAutofit/>
          </a:bodyPr>
          <a:lstStyle/>
          <a:p>
            <a:pPr indent="0" lvl="0" marL="0" marR="0" rtl="0" algn="ctr">
              <a:lnSpc>
                <a:spcPct val="130000"/>
              </a:lnSpc>
              <a:spcBef>
                <a:spcPts val="0"/>
              </a:spcBef>
              <a:spcAft>
                <a:spcPts val="0"/>
              </a:spcAft>
              <a:buClr>
                <a:srgbClr val="1B2A41"/>
              </a:buClr>
              <a:buSzPts val="1400"/>
              <a:buFont typeface="IBM Plex Sans"/>
              <a:buNone/>
            </a:pPr>
            <a:r>
              <a:rPr b="0" i="0" lang="en-US" sz="1400" u="none" cap="none" strike="noStrike">
                <a:solidFill>
                  <a:srgbClr val="1B2A41"/>
                </a:solidFill>
                <a:latin typeface="IBM Plex Sans"/>
                <a:ea typeface="IBM Plex Sans"/>
                <a:cs typeface="IBM Plex Sans"/>
                <a:sym typeface="IBM Plex Sans"/>
              </a:rPr>
              <a:t>Ciencia de datos</a:t>
            </a:r>
            <a:endParaRPr b="0" i="0" sz="1400" u="none" cap="none" strike="noStrike">
              <a:solidFill>
                <a:schemeClr val="dk1"/>
              </a:solidFill>
              <a:latin typeface="IBM Plex Sans"/>
              <a:ea typeface="IBM Plex Sans"/>
              <a:cs typeface="IBM Plex Sans"/>
              <a:sym typeface="IBM Plex Sans"/>
            </a:endParaRPr>
          </a:p>
        </p:txBody>
      </p:sp>
      <p:sp>
        <p:nvSpPr>
          <p:cNvPr id="297" name="Google Shape;297;p12"/>
          <p:cNvSpPr/>
          <p:nvPr/>
        </p:nvSpPr>
        <p:spPr>
          <a:xfrm>
            <a:off x="2639417" y="2043156"/>
            <a:ext cx="1452126" cy="1320800"/>
          </a:xfrm>
          <a:custGeom>
            <a:rect b="b" l="l" r="r" t="t"/>
            <a:pathLst>
              <a:path extrusionOk="0" h="1320800" w="1452126">
                <a:moveTo>
                  <a:pt x="44450" y="0"/>
                </a:moveTo>
                <a:lnTo>
                  <a:pt x="1407676" y="0"/>
                </a:lnTo>
                <a:cubicBezTo>
                  <a:pt x="1419465" y="0"/>
                  <a:pt x="1430771" y="4683"/>
                  <a:pt x="1439107" y="13019"/>
                </a:cubicBezTo>
                <a:cubicBezTo>
                  <a:pt x="1447443" y="21355"/>
                  <a:pt x="1452126" y="32661"/>
                  <a:pt x="1452126" y="44450"/>
                </a:cubicBezTo>
                <a:lnTo>
                  <a:pt x="1452126" y="1276350"/>
                </a:lnTo>
                <a:cubicBezTo>
                  <a:pt x="1452126" y="1300899"/>
                  <a:pt x="1432225" y="1320800"/>
                  <a:pt x="1407676" y="1320800"/>
                </a:cubicBezTo>
                <a:lnTo>
                  <a:pt x="44450" y="1320800"/>
                </a:lnTo>
                <a:cubicBezTo>
                  <a:pt x="19901" y="1320800"/>
                  <a:pt x="0" y="1300899"/>
                  <a:pt x="0" y="1276350"/>
                </a:cubicBezTo>
                <a:lnTo>
                  <a:pt x="0" y="44450"/>
                </a:lnTo>
                <a:cubicBezTo>
                  <a:pt x="0" y="19901"/>
                  <a:pt x="19901" y="0"/>
                  <a:pt x="44450" y="0"/>
                </a:cubicBezTo>
                <a:close/>
              </a:path>
            </a:pathLst>
          </a:custGeom>
          <a:solidFill>
            <a:srgbClr val="FCFBF8"/>
          </a:solidFill>
          <a:ln cap="flat" cmpd="sng" w="12700">
            <a:solidFill>
              <a:srgbClr val="CFCABD"/>
            </a:solidFill>
            <a:prstDash val="solid"/>
            <a:round/>
            <a:headEnd len="sm" w="sm" type="none"/>
            <a:tailEnd len="sm" w="sm" type="none"/>
          </a:ln>
        </p:spPr>
        <p:txBody>
          <a:bodyPr anchorCtr="0" anchor="t" bIns="90150" lIns="26650" spcFirstLastPara="1" rIns="26650" wrap="square" tIns="115550">
            <a:noAutofit/>
          </a:bodyPr>
          <a:lstStyle/>
          <a:p>
            <a:pPr indent="0" lvl="0" marL="0" marR="0" rtl="0" algn="ctr">
              <a:lnSpc>
                <a:spcPct val="130000"/>
              </a:lnSpc>
              <a:spcBef>
                <a:spcPts val="0"/>
              </a:spcBef>
              <a:spcAft>
                <a:spcPts val="0"/>
              </a:spcAft>
              <a:buClr>
                <a:srgbClr val="1B2A41"/>
              </a:buClr>
              <a:buSzPts val="1400"/>
              <a:buFont typeface="IBM Plex Sans"/>
              <a:buNone/>
            </a:pPr>
            <a:r>
              <a:rPr b="0" i="0" lang="en-US" sz="1400" u="none" cap="none" strike="noStrike">
                <a:solidFill>
                  <a:srgbClr val="1B2A41"/>
                </a:solidFill>
                <a:latin typeface="IBM Plex Sans"/>
                <a:ea typeface="IBM Plex Sans"/>
                <a:cs typeface="IBM Plex Sans"/>
                <a:sym typeface="IBM Plex Sans"/>
              </a:rPr>
              <a:t>Riesgos (validación independiente)</a:t>
            </a:r>
            <a:endParaRPr b="0" i="0" sz="1400" u="none" cap="none" strike="noStrike">
              <a:solidFill>
                <a:schemeClr val="dk1"/>
              </a:solidFill>
              <a:latin typeface="IBM Plex Sans"/>
              <a:ea typeface="IBM Plex Sans"/>
              <a:cs typeface="IBM Plex Sans"/>
              <a:sym typeface="IBM Plex Sans"/>
            </a:endParaRPr>
          </a:p>
        </p:txBody>
      </p:sp>
      <p:sp>
        <p:nvSpPr>
          <p:cNvPr id="298" name="Google Shape;298;p12"/>
          <p:cNvSpPr/>
          <p:nvPr/>
        </p:nvSpPr>
        <p:spPr>
          <a:xfrm>
            <a:off x="4459764" y="2043156"/>
            <a:ext cx="1452126" cy="1320800"/>
          </a:xfrm>
          <a:custGeom>
            <a:rect b="b" l="l" r="r" t="t"/>
            <a:pathLst>
              <a:path extrusionOk="0" h="1320800" w="1452126">
                <a:moveTo>
                  <a:pt x="44450" y="0"/>
                </a:moveTo>
                <a:lnTo>
                  <a:pt x="1407676" y="0"/>
                </a:lnTo>
                <a:cubicBezTo>
                  <a:pt x="1419465" y="0"/>
                  <a:pt x="1430771" y="4683"/>
                  <a:pt x="1439107" y="13019"/>
                </a:cubicBezTo>
                <a:cubicBezTo>
                  <a:pt x="1447443" y="21355"/>
                  <a:pt x="1452126" y="32661"/>
                  <a:pt x="1452126" y="44450"/>
                </a:cubicBezTo>
                <a:lnTo>
                  <a:pt x="1452126" y="1276350"/>
                </a:lnTo>
                <a:cubicBezTo>
                  <a:pt x="1452126" y="1300899"/>
                  <a:pt x="1432225" y="1320800"/>
                  <a:pt x="1407676" y="1320800"/>
                </a:cubicBezTo>
                <a:lnTo>
                  <a:pt x="44450" y="1320800"/>
                </a:lnTo>
                <a:cubicBezTo>
                  <a:pt x="19901" y="1320800"/>
                  <a:pt x="0" y="1300899"/>
                  <a:pt x="0" y="1276350"/>
                </a:cubicBezTo>
                <a:lnTo>
                  <a:pt x="0" y="44450"/>
                </a:lnTo>
                <a:cubicBezTo>
                  <a:pt x="0" y="19901"/>
                  <a:pt x="19901" y="0"/>
                  <a:pt x="44450" y="0"/>
                </a:cubicBezTo>
                <a:close/>
              </a:path>
            </a:pathLst>
          </a:custGeom>
          <a:solidFill>
            <a:srgbClr val="FCFBF8"/>
          </a:solidFill>
          <a:ln cap="flat" cmpd="sng" w="12700">
            <a:solidFill>
              <a:srgbClr val="CFCABD"/>
            </a:solidFill>
            <a:prstDash val="solid"/>
            <a:round/>
            <a:headEnd len="sm" w="sm" type="none"/>
            <a:tailEnd len="sm" w="sm" type="none"/>
          </a:ln>
        </p:spPr>
        <p:txBody>
          <a:bodyPr anchorCtr="0" anchor="t" bIns="90150" lIns="26650" spcFirstLastPara="1" rIns="26650" wrap="square" tIns="115550">
            <a:noAutofit/>
          </a:bodyPr>
          <a:lstStyle/>
          <a:p>
            <a:pPr indent="0" lvl="0" marL="0" marR="0" rtl="0" algn="ctr">
              <a:lnSpc>
                <a:spcPct val="130000"/>
              </a:lnSpc>
              <a:spcBef>
                <a:spcPts val="0"/>
              </a:spcBef>
              <a:spcAft>
                <a:spcPts val="0"/>
              </a:spcAft>
              <a:buClr>
                <a:srgbClr val="1B2A41"/>
              </a:buClr>
              <a:buSzPts val="1400"/>
              <a:buFont typeface="IBM Plex Sans"/>
              <a:buNone/>
            </a:pPr>
            <a:r>
              <a:rPr b="0" i="0" lang="en-US" sz="1400" u="none" cap="none" strike="noStrike">
                <a:solidFill>
                  <a:srgbClr val="1B2A41"/>
                </a:solidFill>
                <a:latin typeface="IBM Plex Sans"/>
                <a:ea typeface="IBM Plex Sans"/>
                <a:cs typeface="IBM Plex Sans"/>
                <a:sym typeface="IBM Plex Sans"/>
              </a:rPr>
              <a:t>Ingeniería de ML</a:t>
            </a:r>
            <a:endParaRPr b="0" i="0" sz="1400" u="none" cap="none" strike="noStrike">
              <a:solidFill>
                <a:schemeClr val="dk1"/>
              </a:solidFill>
              <a:latin typeface="IBM Plex Sans"/>
              <a:ea typeface="IBM Plex Sans"/>
              <a:cs typeface="IBM Plex Sans"/>
              <a:sym typeface="IBM Plex Sans"/>
            </a:endParaRPr>
          </a:p>
        </p:txBody>
      </p:sp>
      <p:sp>
        <p:nvSpPr>
          <p:cNvPr id="299" name="Google Shape;299;p12"/>
          <p:cNvSpPr/>
          <p:nvPr/>
        </p:nvSpPr>
        <p:spPr>
          <a:xfrm>
            <a:off x="6280110" y="2043156"/>
            <a:ext cx="1452126" cy="1320800"/>
          </a:xfrm>
          <a:custGeom>
            <a:rect b="b" l="l" r="r" t="t"/>
            <a:pathLst>
              <a:path extrusionOk="0" h="1320800" w="1452126">
                <a:moveTo>
                  <a:pt x="44450" y="0"/>
                </a:moveTo>
                <a:lnTo>
                  <a:pt x="1407676" y="0"/>
                </a:lnTo>
                <a:cubicBezTo>
                  <a:pt x="1419465" y="0"/>
                  <a:pt x="1430771" y="4683"/>
                  <a:pt x="1439107" y="13019"/>
                </a:cubicBezTo>
                <a:cubicBezTo>
                  <a:pt x="1447443" y="21355"/>
                  <a:pt x="1452126" y="32661"/>
                  <a:pt x="1452126" y="44450"/>
                </a:cubicBezTo>
                <a:lnTo>
                  <a:pt x="1452126" y="1276350"/>
                </a:lnTo>
                <a:cubicBezTo>
                  <a:pt x="1452126" y="1300899"/>
                  <a:pt x="1432225" y="1320800"/>
                  <a:pt x="1407676" y="1320800"/>
                </a:cubicBezTo>
                <a:lnTo>
                  <a:pt x="44450" y="1320800"/>
                </a:lnTo>
                <a:cubicBezTo>
                  <a:pt x="19901" y="1320800"/>
                  <a:pt x="0" y="1300899"/>
                  <a:pt x="0" y="1276350"/>
                </a:cubicBezTo>
                <a:lnTo>
                  <a:pt x="0" y="44450"/>
                </a:lnTo>
                <a:cubicBezTo>
                  <a:pt x="0" y="19901"/>
                  <a:pt x="19901" y="0"/>
                  <a:pt x="44450" y="0"/>
                </a:cubicBezTo>
                <a:close/>
              </a:path>
            </a:pathLst>
          </a:custGeom>
          <a:solidFill>
            <a:srgbClr val="FCFBF8"/>
          </a:solidFill>
          <a:ln cap="flat" cmpd="sng" w="12700">
            <a:solidFill>
              <a:srgbClr val="CFCABD"/>
            </a:solidFill>
            <a:prstDash val="solid"/>
            <a:round/>
            <a:headEnd len="sm" w="sm" type="none"/>
            <a:tailEnd len="sm" w="sm" type="none"/>
          </a:ln>
        </p:spPr>
        <p:txBody>
          <a:bodyPr anchorCtr="0" anchor="t" bIns="90150" lIns="26650" spcFirstLastPara="1" rIns="26650" wrap="square" tIns="115550">
            <a:noAutofit/>
          </a:bodyPr>
          <a:lstStyle/>
          <a:p>
            <a:pPr indent="0" lvl="0" marL="0" marR="0" rtl="0" algn="ctr">
              <a:lnSpc>
                <a:spcPct val="130000"/>
              </a:lnSpc>
              <a:spcBef>
                <a:spcPts val="0"/>
              </a:spcBef>
              <a:spcAft>
                <a:spcPts val="0"/>
              </a:spcAft>
              <a:buClr>
                <a:srgbClr val="1B2A41"/>
              </a:buClr>
              <a:buSzPts val="1400"/>
              <a:buFont typeface="IBM Plex Sans"/>
              <a:buNone/>
            </a:pPr>
            <a:r>
              <a:rPr b="0" i="0" lang="en-US" sz="1400" u="none" cap="none" strike="noStrike">
                <a:solidFill>
                  <a:srgbClr val="1B2A41"/>
                </a:solidFill>
                <a:latin typeface="IBM Plex Sans"/>
                <a:ea typeface="IBM Plex Sans"/>
                <a:cs typeface="IBM Plex Sans"/>
                <a:sym typeface="IBM Plex Sans"/>
              </a:rPr>
              <a:t>Comité de control de cambios</a:t>
            </a:r>
            <a:endParaRPr b="0" i="0" sz="1400" u="none" cap="none" strike="noStrike">
              <a:solidFill>
                <a:schemeClr val="dk1"/>
              </a:solidFill>
              <a:latin typeface="IBM Plex Sans"/>
              <a:ea typeface="IBM Plex Sans"/>
              <a:cs typeface="IBM Plex Sans"/>
              <a:sym typeface="IBM Plex Sans"/>
            </a:endParaRPr>
          </a:p>
        </p:txBody>
      </p:sp>
      <p:sp>
        <p:nvSpPr>
          <p:cNvPr id="300" name="Google Shape;300;p12"/>
          <p:cNvSpPr/>
          <p:nvPr/>
        </p:nvSpPr>
        <p:spPr>
          <a:xfrm>
            <a:off x="8100457" y="2043156"/>
            <a:ext cx="1452126" cy="1320800"/>
          </a:xfrm>
          <a:custGeom>
            <a:rect b="b" l="l" r="r" t="t"/>
            <a:pathLst>
              <a:path extrusionOk="0" h="1320800" w="1452126">
                <a:moveTo>
                  <a:pt x="44450" y="0"/>
                </a:moveTo>
                <a:lnTo>
                  <a:pt x="1407676" y="0"/>
                </a:lnTo>
                <a:cubicBezTo>
                  <a:pt x="1419465" y="0"/>
                  <a:pt x="1430771" y="4683"/>
                  <a:pt x="1439107" y="13019"/>
                </a:cubicBezTo>
                <a:cubicBezTo>
                  <a:pt x="1447443" y="21355"/>
                  <a:pt x="1452126" y="32661"/>
                  <a:pt x="1452126" y="44450"/>
                </a:cubicBezTo>
                <a:lnTo>
                  <a:pt x="1452126" y="1276350"/>
                </a:lnTo>
                <a:cubicBezTo>
                  <a:pt x="1452126" y="1300899"/>
                  <a:pt x="1432225" y="1320800"/>
                  <a:pt x="1407676" y="1320800"/>
                </a:cubicBezTo>
                <a:lnTo>
                  <a:pt x="44450" y="1320800"/>
                </a:lnTo>
                <a:cubicBezTo>
                  <a:pt x="19901" y="1320800"/>
                  <a:pt x="0" y="1300899"/>
                  <a:pt x="0" y="1276350"/>
                </a:cubicBezTo>
                <a:lnTo>
                  <a:pt x="0" y="44450"/>
                </a:lnTo>
                <a:cubicBezTo>
                  <a:pt x="0" y="19901"/>
                  <a:pt x="19901" y="0"/>
                  <a:pt x="44450" y="0"/>
                </a:cubicBezTo>
                <a:close/>
              </a:path>
            </a:pathLst>
          </a:custGeom>
          <a:solidFill>
            <a:srgbClr val="FCFBF8"/>
          </a:solidFill>
          <a:ln cap="flat" cmpd="sng" w="12700">
            <a:solidFill>
              <a:srgbClr val="CFCABD"/>
            </a:solidFill>
            <a:prstDash val="solid"/>
            <a:round/>
            <a:headEnd len="sm" w="sm" type="none"/>
            <a:tailEnd len="sm" w="sm" type="none"/>
          </a:ln>
        </p:spPr>
        <p:txBody>
          <a:bodyPr anchorCtr="0" anchor="t" bIns="90150" lIns="26650" spcFirstLastPara="1" rIns="26650" wrap="square" tIns="115550">
            <a:noAutofit/>
          </a:bodyPr>
          <a:lstStyle/>
          <a:p>
            <a:pPr indent="0" lvl="0" marL="0" marR="0" rtl="0" algn="ctr">
              <a:lnSpc>
                <a:spcPct val="130000"/>
              </a:lnSpc>
              <a:spcBef>
                <a:spcPts val="0"/>
              </a:spcBef>
              <a:spcAft>
                <a:spcPts val="0"/>
              </a:spcAft>
              <a:buClr>
                <a:srgbClr val="1B2A41"/>
              </a:buClr>
              <a:buSzPts val="1400"/>
              <a:buFont typeface="IBM Plex Sans"/>
              <a:buNone/>
            </a:pPr>
            <a:r>
              <a:rPr b="0" i="0" lang="en-US" sz="1400" u="none" cap="none" strike="noStrike">
                <a:solidFill>
                  <a:srgbClr val="1B2A41"/>
                </a:solidFill>
                <a:latin typeface="IBM Plex Sans"/>
                <a:ea typeface="IBM Plex Sans"/>
                <a:cs typeface="IBM Plex Sans"/>
                <a:sym typeface="IBM Plex Sans"/>
              </a:rPr>
              <a:t>Ingeniería de ML y Operaciones</a:t>
            </a:r>
            <a:endParaRPr b="0" i="0" sz="1400" u="none" cap="none" strike="noStrike">
              <a:solidFill>
                <a:schemeClr val="dk1"/>
              </a:solidFill>
              <a:latin typeface="IBM Plex Sans"/>
              <a:ea typeface="IBM Plex Sans"/>
              <a:cs typeface="IBM Plex Sans"/>
              <a:sym typeface="IBM Plex Sans"/>
            </a:endParaRPr>
          </a:p>
        </p:txBody>
      </p:sp>
      <p:sp>
        <p:nvSpPr>
          <p:cNvPr id="301" name="Google Shape;301;p12"/>
          <p:cNvSpPr/>
          <p:nvPr/>
        </p:nvSpPr>
        <p:spPr>
          <a:xfrm>
            <a:off x="9920804" y="2043156"/>
            <a:ext cx="1452126" cy="1320800"/>
          </a:xfrm>
          <a:custGeom>
            <a:rect b="b" l="l" r="r" t="t"/>
            <a:pathLst>
              <a:path extrusionOk="0" h="1320800" w="1452126">
                <a:moveTo>
                  <a:pt x="44450" y="0"/>
                </a:moveTo>
                <a:lnTo>
                  <a:pt x="1407676" y="0"/>
                </a:lnTo>
                <a:cubicBezTo>
                  <a:pt x="1419465" y="0"/>
                  <a:pt x="1430771" y="4683"/>
                  <a:pt x="1439107" y="13019"/>
                </a:cubicBezTo>
                <a:cubicBezTo>
                  <a:pt x="1447443" y="21355"/>
                  <a:pt x="1452126" y="32661"/>
                  <a:pt x="1452126" y="44450"/>
                </a:cubicBezTo>
                <a:lnTo>
                  <a:pt x="1452126" y="1276350"/>
                </a:lnTo>
                <a:cubicBezTo>
                  <a:pt x="1452126" y="1300899"/>
                  <a:pt x="1432225" y="1320800"/>
                  <a:pt x="1407676" y="1320800"/>
                </a:cubicBezTo>
                <a:lnTo>
                  <a:pt x="44450" y="1320800"/>
                </a:lnTo>
                <a:cubicBezTo>
                  <a:pt x="19901" y="1320800"/>
                  <a:pt x="0" y="1300899"/>
                  <a:pt x="0" y="1276350"/>
                </a:cubicBezTo>
                <a:lnTo>
                  <a:pt x="0" y="44450"/>
                </a:lnTo>
                <a:cubicBezTo>
                  <a:pt x="0" y="19901"/>
                  <a:pt x="19901" y="0"/>
                  <a:pt x="44450" y="0"/>
                </a:cubicBezTo>
                <a:close/>
              </a:path>
            </a:pathLst>
          </a:custGeom>
          <a:solidFill>
            <a:srgbClr val="FCFBF8"/>
          </a:solidFill>
          <a:ln cap="flat" cmpd="sng" w="12700">
            <a:solidFill>
              <a:srgbClr val="CFCABD"/>
            </a:solidFill>
            <a:prstDash val="solid"/>
            <a:round/>
            <a:headEnd len="sm" w="sm" type="none"/>
            <a:tailEnd len="sm" w="sm" type="none"/>
          </a:ln>
        </p:spPr>
        <p:txBody>
          <a:bodyPr anchorCtr="0" anchor="t" bIns="90150" lIns="26650" spcFirstLastPara="1" rIns="26650" wrap="square" tIns="115550">
            <a:noAutofit/>
          </a:bodyPr>
          <a:lstStyle/>
          <a:p>
            <a:pPr indent="0" lvl="0" marL="0" marR="0" rtl="0" algn="ctr">
              <a:lnSpc>
                <a:spcPct val="130000"/>
              </a:lnSpc>
              <a:spcBef>
                <a:spcPts val="0"/>
              </a:spcBef>
              <a:spcAft>
                <a:spcPts val="0"/>
              </a:spcAft>
              <a:buClr>
                <a:srgbClr val="1B2A41"/>
              </a:buClr>
              <a:buSzPts val="1400"/>
              <a:buFont typeface="IBM Plex Sans"/>
              <a:buNone/>
            </a:pPr>
            <a:r>
              <a:rPr b="0" i="0" lang="en-US" sz="1400" u="none" cap="none" strike="noStrike">
                <a:solidFill>
                  <a:srgbClr val="1B2A41"/>
                </a:solidFill>
                <a:latin typeface="IBM Plex Sans"/>
                <a:ea typeface="IBM Plex Sans"/>
                <a:cs typeface="IBM Plex Sans"/>
                <a:sym typeface="IBM Plex Sans"/>
              </a:rPr>
              <a:t>Analistas de fraude</a:t>
            </a:r>
            <a:endParaRPr b="0" i="0" sz="1400" u="none" cap="none" strike="noStrike">
              <a:solidFill>
                <a:schemeClr val="dk1"/>
              </a:solidFill>
              <a:latin typeface="IBM Plex Sans"/>
              <a:ea typeface="IBM Plex Sans"/>
              <a:cs typeface="IBM Plex Sans"/>
              <a:sym typeface="IBM Plex Sans"/>
            </a:endParaRPr>
          </a:p>
        </p:txBody>
      </p:sp>
      <p:sp>
        <p:nvSpPr>
          <p:cNvPr id="302" name="Google Shape;302;p12"/>
          <p:cNvSpPr/>
          <p:nvPr/>
        </p:nvSpPr>
        <p:spPr>
          <a:xfrm>
            <a:off x="812721" y="3598906"/>
            <a:ext cx="5219819" cy="1036082"/>
          </a:xfrm>
          <a:prstGeom prst="roundRect">
            <a:avLst>
              <a:gd fmla="val 4903" name="adj"/>
            </a:avLst>
          </a:prstGeom>
          <a:solidFill>
            <a:srgbClr val="E3ECF8"/>
          </a:solidFill>
          <a:ln>
            <a:noFill/>
          </a:ln>
        </p:spPr>
        <p:txBody>
          <a:bodyPr anchorCtr="0" anchor="t" bIns="175600" lIns="213700" spcFirstLastPara="1" rIns="70825" wrap="square" tIns="201000">
            <a:noAutofit/>
          </a:bodyPr>
          <a:lstStyle/>
          <a:p>
            <a:pPr indent="0" lvl="0" marL="0" marR="0" rtl="0" algn="l">
              <a:lnSpc>
                <a:spcPct val="140000"/>
              </a:lnSpc>
              <a:spcBef>
                <a:spcPts val="0"/>
              </a:spcBef>
              <a:spcAft>
                <a:spcPts val="0"/>
              </a:spcAft>
              <a:buClr>
                <a:srgbClr val="1B2A41"/>
              </a:buClr>
              <a:buSzPts val="1700"/>
              <a:buFont typeface="IBM Plex Sans"/>
              <a:buNone/>
            </a:pPr>
            <a:r>
              <a:rPr b="1" i="0" lang="en-US" sz="1700" u="none" cap="none" strike="noStrike">
                <a:solidFill>
                  <a:srgbClr val="1B2A41"/>
                </a:solidFill>
                <a:latin typeface="IBM Plex Sans"/>
                <a:ea typeface="IBM Plex Sans"/>
                <a:cs typeface="IBM Plex Sans"/>
                <a:sym typeface="IBM Plex Sans"/>
              </a:rPr>
              <a:t>Seguridad:</a:t>
            </a:r>
            <a:r>
              <a:rPr b="0" i="0" lang="en-US" sz="1700" u="none" cap="none" strike="noStrike">
                <a:solidFill>
                  <a:srgbClr val="1B2A41"/>
                </a:solidFill>
                <a:latin typeface="IBM Plex Sans"/>
                <a:ea typeface="IBM Plex Sans"/>
                <a:cs typeface="IBM Plex Sans"/>
                <a:sym typeface="IBM Plex Sans"/>
              </a:rPr>
              <a:t> controles en todas las etapas</a:t>
            </a:r>
            <a:endParaRPr b="0" i="0" sz="1700" u="none" cap="none" strike="noStrike">
              <a:solidFill>
                <a:schemeClr val="dk1"/>
              </a:solidFill>
              <a:latin typeface="IBM Plex Sans"/>
              <a:ea typeface="IBM Plex Sans"/>
              <a:cs typeface="IBM Plex Sans"/>
              <a:sym typeface="IBM Plex Sans"/>
            </a:endParaRPr>
          </a:p>
        </p:txBody>
      </p:sp>
      <p:sp>
        <p:nvSpPr>
          <p:cNvPr id="303" name="Google Shape;303;p12"/>
          <p:cNvSpPr/>
          <p:nvPr/>
        </p:nvSpPr>
        <p:spPr>
          <a:xfrm>
            <a:off x="6159460" y="3598906"/>
            <a:ext cx="5219819" cy="1036082"/>
          </a:xfrm>
          <a:prstGeom prst="roundRect">
            <a:avLst>
              <a:gd fmla="val 4903" name="adj"/>
            </a:avLst>
          </a:prstGeom>
          <a:solidFill>
            <a:srgbClr val="E3ECF8"/>
          </a:solidFill>
          <a:ln>
            <a:noFill/>
          </a:ln>
        </p:spPr>
        <p:txBody>
          <a:bodyPr anchorCtr="0" anchor="t" bIns="175600" lIns="213700" spcFirstLastPara="1" rIns="70825" wrap="square" tIns="201000">
            <a:noAutofit/>
          </a:bodyPr>
          <a:lstStyle/>
          <a:p>
            <a:pPr indent="0" lvl="0" marL="0" marR="0" rtl="0" algn="l">
              <a:lnSpc>
                <a:spcPct val="140000"/>
              </a:lnSpc>
              <a:spcBef>
                <a:spcPts val="0"/>
              </a:spcBef>
              <a:spcAft>
                <a:spcPts val="0"/>
              </a:spcAft>
              <a:buClr>
                <a:srgbClr val="1B2A41"/>
              </a:buClr>
              <a:buSzPts val="1700"/>
              <a:buFont typeface="IBM Plex Sans"/>
              <a:buNone/>
            </a:pPr>
            <a:r>
              <a:rPr b="1" i="0" lang="en-US" sz="1700" u="none" cap="none" strike="noStrike">
                <a:solidFill>
                  <a:srgbClr val="1B2A41"/>
                </a:solidFill>
                <a:latin typeface="IBM Plex Sans"/>
                <a:ea typeface="IBM Plex Sans"/>
                <a:cs typeface="IBM Plex Sans"/>
                <a:sym typeface="IBM Plex Sans"/>
              </a:rPr>
              <a:t>Gestión de configuración:</a:t>
            </a:r>
            <a:r>
              <a:rPr b="0" i="0" lang="en-US" sz="1700" u="none" cap="none" strike="noStrike">
                <a:solidFill>
                  <a:srgbClr val="1B2A41"/>
                </a:solidFill>
                <a:latin typeface="IBM Plex Sans"/>
                <a:ea typeface="IBM Plex Sans"/>
                <a:cs typeface="IBM Plex Sans"/>
                <a:sym typeface="IBM Plex Sans"/>
              </a:rPr>
              <a:t> líneas base y auditorías en todas</a:t>
            </a:r>
            <a:endParaRPr b="0" i="0" sz="1700" u="none" cap="none" strike="noStrike">
              <a:solidFill>
                <a:schemeClr val="dk1"/>
              </a:solidFill>
              <a:latin typeface="IBM Plex Sans"/>
              <a:ea typeface="IBM Plex Sans"/>
              <a:cs typeface="IBM Plex Sans"/>
              <a:sym typeface="IBM Plex Sans"/>
            </a:endParaRPr>
          </a:p>
        </p:txBody>
      </p:sp>
      <p:sp>
        <p:nvSpPr>
          <p:cNvPr id="304" name="Google Shape;304;p12"/>
          <p:cNvSpPr/>
          <p:nvPr/>
        </p:nvSpPr>
        <p:spPr>
          <a:xfrm>
            <a:off x="812721" y="4863585"/>
            <a:ext cx="10883556" cy="652859"/>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1B2A41"/>
              </a:buClr>
              <a:buSzPts val="1900"/>
              <a:buFont typeface="IBM Plex Sans"/>
              <a:buNone/>
            </a:pPr>
            <a:r>
              <a:rPr b="0" i="0" lang="en-US" sz="1900" u="none" cap="none" strike="noStrike">
                <a:solidFill>
                  <a:srgbClr val="1B2A41"/>
                </a:solidFill>
                <a:latin typeface="IBM Plex Sans"/>
                <a:ea typeface="IBM Plex Sans"/>
                <a:cs typeface="IBM Plex Sans"/>
                <a:sym typeface="IBM Plex Sans"/>
              </a:rPr>
              <a:t>Si el monitoreo detecta cambios en el fraude (deriva), se vuelve a entrenar y el ciclo empieza de nuevo.</a:t>
            </a:r>
            <a:endParaRPr b="0" i="0" sz="1900" u="none" cap="none" strike="noStrike">
              <a:solidFill>
                <a:schemeClr val="dk1"/>
              </a:solidFill>
              <a:latin typeface="IBM Plex Sans"/>
              <a:ea typeface="IBM Plex Sans"/>
              <a:cs typeface="IBM Plex Sans"/>
              <a:sym typeface="IBM Plex Sans"/>
            </a:endParaRPr>
          </a:p>
        </p:txBody>
      </p:sp>
      <p:sp>
        <p:nvSpPr>
          <p:cNvPr id="305" name="Google Shape;305;p12"/>
          <p:cNvSpPr/>
          <p:nvPr/>
        </p:nvSpPr>
        <p:spPr>
          <a:xfrm>
            <a:off x="812721" y="6238280"/>
            <a:ext cx="7194469" cy="2387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E6673"/>
              </a:buClr>
              <a:buSzPts val="1200"/>
              <a:buFont typeface="IBM Plex Sans"/>
              <a:buNone/>
            </a:pPr>
            <a:r>
              <a:rPr b="0" i="0" lang="en-US" sz="1200" u="none" cap="none" strike="noStrike">
                <a:solidFill>
                  <a:srgbClr val="5E6673"/>
                </a:solidFill>
                <a:latin typeface="IBM Plex Sans"/>
                <a:ea typeface="IBM Plex Sans"/>
                <a:cs typeface="IBM Plex Sans"/>
                <a:sym typeface="IBM Plex Sans"/>
              </a:rPr>
              <a:t>UTN FRC · Ingeniería y Calidad de Software · 4K3 · Grupo 13</a:t>
            </a:r>
            <a:endParaRPr b="0" i="0" sz="1200" u="none" cap="none" strike="noStrike">
              <a:solidFill>
                <a:schemeClr val="dk1"/>
              </a:solidFill>
              <a:latin typeface="IBM Plex Sans"/>
              <a:ea typeface="IBM Plex Sans"/>
              <a:cs typeface="IBM Plex Sans"/>
              <a:sym typeface="IBM Plex Sans"/>
            </a:endParaRPr>
          </a:p>
        </p:txBody>
      </p:sp>
      <p:sp>
        <p:nvSpPr>
          <p:cNvPr id="306" name="Google Shape;306;p12"/>
          <p:cNvSpPr/>
          <p:nvPr/>
        </p:nvSpPr>
        <p:spPr>
          <a:xfrm>
            <a:off x="8632270" y="6238280"/>
            <a:ext cx="2747010" cy="23876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5E6673"/>
              </a:buClr>
              <a:buSzPts val="1200"/>
              <a:buFont typeface="IBM Plex Sans"/>
              <a:buNone/>
            </a:pPr>
            <a:r>
              <a:rPr b="0" i="0" lang="en-US" sz="1200" u="none" cap="none" strike="noStrike">
                <a:solidFill>
                  <a:srgbClr val="5E6673"/>
                </a:solidFill>
                <a:latin typeface="IBM Plex Sans"/>
                <a:ea typeface="IBM Plex Sans"/>
                <a:cs typeface="IBM Plex Sans"/>
                <a:sym typeface="IBM Plex Sans"/>
              </a:rPr>
              <a:t>Desarrollo · 9 / 17</a:t>
            </a:r>
            <a:endParaRPr b="0" i="0" sz="1200" u="none" cap="none" strike="noStrike">
              <a:solidFill>
                <a:schemeClr val="dk1"/>
              </a:solidFill>
              <a:latin typeface="IBM Plex Sans"/>
              <a:ea typeface="IBM Plex Sans"/>
              <a:cs typeface="IBM Plex Sans"/>
              <a:sym typeface="IBM Plex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2"/>
        </a:solidFill>
      </p:bgPr>
    </p:bg>
    <p:spTree>
      <p:nvGrpSpPr>
        <p:cNvPr id="311" name="Shape 311"/>
        <p:cNvGrpSpPr/>
        <p:nvPr/>
      </p:nvGrpSpPr>
      <p:grpSpPr>
        <a:xfrm>
          <a:off x="0" y="0"/>
          <a:ext cx="0" cy="0"/>
          <a:chOff x="0" y="0"/>
          <a:chExt cx="0" cy="0"/>
        </a:xfrm>
      </p:grpSpPr>
      <p:sp>
        <p:nvSpPr>
          <p:cNvPr id="312" name="Google Shape;312;p13"/>
          <p:cNvSpPr txBox="1"/>
          <p:nvPr>
            <p:ph type="title"/>
          </p:nvPr>
        </p:nvSpPr>
        <p:spPr>
          <a:xfrm>
            <a:off x="812721" y="711163"/>
            <a:ext cx="10883556" cy="4445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B2A41"/>
              </a:buClr>
              <a:buSzPts val="3000"/>
              <a:buFont typeface="IBM Plex Sans"/>
              <a:buNone/>
            </a:pPr>
            <a:r>
              <a:rPr b="1" i="0" lang="en-US" sz="3000">
                <a:solidFill>
                  <a:srgbClr val="1B2A41"/>
                </a:solidFill>
                <a:latin typeface="IBM Plex Sans"/>
                <a:ea typeface="IBM Plex Sans"/>
                <a:cs typeface="IBM Plex Sans"/>
                <a:sym typeface="IBM Plex Sans"/>
              </a:rPr>
              <a:t>DevOps y prácticas continuas</a:t>
            </a:r>
            <a:endParaRPr sz="3000"/>
          </a:p>
        </p:txBody>
      </p:sp>
      <p:sp>
        <p:nvSpPr>
          <p:cNvPr id="313" name="Google Shape;313;p13"/>
          <p:cNvSpPr/>
          <p:nvPr/>
        </p:nvSpPr>
        <p:spPr>
          <a:xfrm>
            <a:off x="819071" y="1314376"/>
            <a:ext cx="2324259" cy="1693942"/>
          </a:xfrm>
          <a:prstGeom prst="roundRect">
            <a:avLst>
              <a:gd fmla="val 2624" name="adj"/>
            </a:avLst>
          </a:prstGeom>
          <a:solidFill>
            <a:srgbClr val="FCFBF8"/>
          </a:solidFill>
          <a:ln cap="flat" cmpd="sng" w="12700">
            <a:solidFill>
              <a:srgbClr val="CFCAB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13"/>
          <p:cNvSpPr/>
          <p:nvPr/>
        </p:nvSpPr>
        <p:spPr>
          <a:xfrm>
            <a:off x="998101" y="1493403"/>
            <a:ext cx="2025184" cy="55118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B2A41"/>
              </a:buClr>
              <a:buSzPts val="1800"/>
              <a:buFont typeface="IBM Plex Sans"/>
              <a:buNone/>
            </a:pPr>
            <a:r>
              <a:rPr b="1" i="0" lang="en-US" sz="1800" u="none" cap="none" strike="noStrike">
                <a:solidFill>
                  <a:srgbClr val="1B2A41"/>
                </a:solidFill>
                <a:latin typeface="IBM Plex Sans"/>
                <a:ea typeface="IBM Plex Sans"/>
                <a:cs typeface="IBM Plex Sans"/>
                <a:sym typeface="IBM Plex Sans"/>
              </a:rPr>
              <a:t>Integración continua</a:t>
            </a:r>
            <a:endParaRPr b="0" i="0" sz="1800" u="none" cap="none" strike="noStrike">
              <a:solidFill>
                <a:schemeClr val="dk1"/>
              </a:solidFill>
              <a:latin typeface="IBM Plex Sans"/>
              <a:ea typeface="IBM Plex Sans"/>
              <a:cs typeface="IBM Plex Sans"/>
              <a:sym typeface="IBM Plex Sans"/>
            </a:endParaRPr>
          </a:p>
        </p:txBody>
      </p:sp>
      <p:sp>
        <p:nvSpPr>
          <p:cNvPr id="315" name="Google Shape;315;p13"/>
          <p:cNvSpPr/>
          <p:nvPr/>
        </p:nvSpPr>
        <p:spPr>
          <a:xfrm>
            <a:off x="998101" y="2095382"/>
            <a:ext cx="2025184" cy="469741"/>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563"/>
              </a:buClr>
              <a:buSzPts val="1400"/>
              <a:buFont typeface="IBM Plex Sans"/>
              <a:buNone/>
            </a:pPr>
            <a:r>
              <a:rPr b="0" i="0" lang="en-US" sz="1400" u="none" cap="none" strike="noStrike">
                <a:solidFill>
                  <a:srgbClr val="4B5563"/>
                </a:solidFill>
                <a:latin typeface="IBM Plex Sans"/>
                <a:ea typeface="IBM Plex Sans"/>
                <a:cs typeface="IBM Plex Sans"/>
                <a:sym typeface="IBM Plex Sans"/>
              </a:rPr>
              <a:t>Se integra y prueba cada cambio</a:t>
            </a:r>
            <a:endParaRPr b="0" i="0" sz="1400" u="none" cap="none" strike="noStrike">
              <a:solidFill>
                <a:schemeClr val="dk1"/>
              </a:solidFill>
              <a:latin typeface="IBM Plex Sans"/>
              <a:ea typeface="IBM Plex Sans"/>
              <a:cs typeface="IBM Plex Sans"/>
              <a:sym typeface="IBM Plex Sans"/>
            </a:endParaRPr>
          </a:p>
        </p:txBody>
      </p:sp>
      <p:pic>
        <p:nvPicPr>
          <p:cNvPr descr="arrow-right" id="316" name="Google Shape;316;p13"/>
          <p:cNvPicPr preferRelativeResize="0"/>
          <p:nvPr/>
        </p:nvPicPr>
        <p:blipFill rotWithShape="1">
          <a:blip r:embed="rId3">
            <a:alphaModFix/>
          </a:blip>
          <a:srcRect b="0" l="-24" r="-24" t="0"/>
          <a:stretch/>
        </p:blipFill>
        <p:spPr>
          <a:xfrm>
            <a:off x="3238500" y="2078831"/>
            <a:ext cx="228600" cy="165021"/>
          </a:xfrm>
          <a:prstGeom prst="rect">
            <a:avLst/>
          </a:prstGeom>
          <a:noFill/>
          <a:ln>
            <a:noFill/>
          </a:ln>
        </p:spPr>
      </p:pic>
      <p:sp>
        <p:nvSpPr>
          <p:cNvPr id="317" name="Google Shape;317;p13"/>
          <p:cNvSpPr/>
          <p:nvPr/>
        </p:nvSpPr>
        <p:spPr>
          <a:xfrm>
            <a:off x="3562271" y="1314376"/>
            <a:ext cx="2324259" cy="1693942"/>
          </a:xfrm>
          <a:prstGeom prst="roundRect">
            <a:avLst>
              <a:gd fmla="val 2624" name="adj"/>
            </a:avLst>
          </a:prstGeom>
          <a:solidFill>
            <a:srgbClr val="FCFBF8"/>
          </a:solidFill>
          <a:ln cap="flat" cmpd="sng" w="12700">
            <a:solidFill>
              <a:srgbClr val="CFCAB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13"/>
          <p:cNvSpPr/>
          <p:nvPr/>
        </p:nvSpPr>
        <p:spPr>
          <a:xfrm>
            <a:off x="3741301" y="1493403"/>
            <a:ext cx="2025184" cy="28829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B2A41"/>
              </a:buClr>
              <a:buSzPts val="1800"/>
              <a:buFont typeface="IBM Plex Sans"/>
              <a:buNone/>
            </a:pPr>
            <a:r>
              <a:rPr b="1" i="0" lang="en-US" sz="1800" u="none" cap="none" strike="noStrike">
                <a:solidFill>
                  <a:srgbClr val="1B2A41"/>
                </a:solidFill>
                <a:latin typeface="IBM Plex Sans"/>
                <a:ea typeface="IBM Plex Sans"/>
                <a:cs typeface="IBM Plex Sans"/>
                <a:sym typeface="IBM Plex Sans"/>
              </a:rPr>
              <a:t>Entrega continua</a:t>
            </a:r>
            <a:endParaRPr b="0" i="0" sz="1800" u="none" cap="none" strike="noStrike">
              <a:solidFill>
                <a:schemeClr val="dk1"/>
              </a:solidFill>
              <a:latin typeface="IBM Plex Sans"/>
              <a:ea typeface="IBM Plex Sans"/>
              <a:cs typeface="IBM Plex Sans"/>
              <a:sym typeface="IBM Plex Sans"/>
            </a:endParaRPr>
          </a:p>
        </p:txBody>
      </p:sp>
      <p:sp>
        <p:nvSpPr>
          <p:cNvPr id="319" name="Google Shape;319;p13"/>
          <p:cNvSpPr/>
          <p:nvPr/>
        </p:nvSpPr>
        <p:spPr>
          <a:xfrm>
            <a:off x="3741301" y="1832496"/>
            <a:ext cx="2025184" cy="691912"/>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563"/>
              </a:buClr>
              <a:buSzPts val="1400"/>
              <a:buFont typeface="IBM Plex Sans"/>
              <a:buNone/>
            </a:pPr>
            <a:r>
              <a:rPr b="0" i="0" lang="en-US" sz="1400" u="none" cap="none" strike="noStrike">
                <a:solidFill>
                  <a:srgbClr val="4B5563"/>
                </a:solidFill>
                <a:latin typeface="IBM Plex Sans"/>
                <a:ea typeface="IBM Plex Sans"/>
                <a:cs typeface="IBM Plex Sans"/>
                <a:sym typeface="IBM Plex Sans"/>
              </a:rPr>
              <a:t>Siempre listo para producción; el último paso es manual</a:t>
            </a:r>
            <a:endParaRPr b="0" i="0" sz="1400" u="none" cap="none" strike="noStrike">
              <a:solidFill>
                <a:schemeClr val="dk1"/>
              </a:solidFill>
              <a:latin typeface="IBM Plex Sans"/>
              <a:ea typeface="IBM Plex Sans"/>
              <a:cs typeface="IBM Plex Sans"/>
              <a:sym typeface="IBM Plex Sans"/>
            </a:endParaRPr>
          </a:p>
        </p:txBody>
      </p:sp>
      <p:pic>
        <p:nvPicPr>
          <p:cNvPr descr="arrow-right" id="320" name="Google Shape;320;p13"/>
          <p:cNvPicPr preferRelativeResize="0"/>
          <p:nvPr/>
        </p:nvPicPr>
        <p:blipFill rotWithShape="1">
          <a:blip r:embed="rId3">
            <a:alphaModFix/>
          </a:blip>
          <a:srcRect b="0" l="-24" r="-24" t="0"/>
          <a:stretch/>
        </p:blipFill>
        <p:spPr>
          <a:xfrm>
            <a:off x="5981700" y="2078831"/>
            <a:ext cx="228600" cy="165021"/>
          </a:xfrm>
          <a:prstGeom prst="rect">
            <a:avLst/>
          </a:prstGeom>
          <a:noFill/>
          <a:ln>
            <a:noFill/>
          </a:ln>
        </p:spPr>
      </p:pic>
      <p:sp>
        <p:nvSpPr>
          <p:cNvPr id="321" name="Google Shape;321;p13"/>
          <p:cNvSpPr/>
          <p:nvPr/>
        </p:nvSpPr>
        <p:spPr>
          <a:xfrm>
            <a:off x="6305471" y="1314376"/>
            <a:ext cx="2324259" cy="1693942"/>
          </a:xfrm>
          <a:prstGeom prst="roundRect">
            <a:avLst>
              <a:gd fmla="val 2624" name="adj"/>
            </a:avLst>
          </a:prstGeom>
          <a:solidFill>
            <a:srgbClr val="FCFBF8"/>
          </a:solidFill>
          <a:ln cap="flat" cmpd="sng" w="12700">
            <a:solidFill>
              <a:srgbClr val="CFCAB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13"/>
          <p:cNvSpPr/>
          <p:nvPr/>
        </p:nvSpPr>
        <p:spPr>
          <a:xfrm>
            <a:off x="6484501" y="1493403"/>
            <a:ext cx="2025184" cy="55118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B2A41"/>
              </a:buClr>
              <a:buSzPts val="1800"/>
              <a:buFont typeface="IBM Plex Sans"/>
              <a:buNone/>
            </a:pPr>
            <a:r>
              <a:rPr b="1" i="0" lang="en-US" sz="1800" u="none" cap="none" strike="noStrike">
                <a:solidFill>
                  <a:srgbClr val="1B2A41"/>
                </a:solidFill>
                <a:latin typeface="IBM Plex Sans"/>
                <a:ea typeface="IBM Plex Sans"/>
                <a:cs typeface="IBM Plex Sans"/>
                <a:sym typeface="IBM Plex Sans"/>
              </a:rPr>
              <a:t>Despliegue continuo</a:t>
            </a:r>
            <a:endParaRPr b="0" i="0" sz="1800" u="none" cap="none" strike="noStrike">
              <a:solidFill>
                <a:schemeClr val="dk1"/>
              </a:solidFill>
              <a:latin typeface="IBM Plex Sans"/>
              <a:ea typeface="IBM Plex Sans"/>
              <a:cs typeface="IBM Plex Sans"/>
              <a:sym typeface="IBM Plex Sans"/>
            </a:endParaRPr>
          </a:p>
        </p:txBody>
      </p:sp>
      <p:sp>
        <p:nvSpPr>
          <p:cNvPr id="323" name="Google Shape;323;p13"/>
          <p:cNvSpPr/>
          <p:nvPr/>
        </p:nvSpPr>
        <p:spPr>
          <a:xfrm>
            <a:off x="6484501" y="2095382"/>
            <a:ext cx="2025184" cy="469741"/>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563"/>
              </a:buClr>
              <a:buSzPts val="1400"/>
              <a:buFont typeface="IBM Plex Sans"/>
              <a:buNone/>
            </a:pPr>
            <a:r>
              <a:rPr b="0" i="0" lang="en-US" sz="1400" u="none" cap="none" strike="noStrike">
                <a:solidFill>
                  <a:srgbClr val="4B5563"/>
                </a:solidFill>
                <a:latin typeface="IBM Plex Sans"/>
                <a:ea typeface="IBM Plex Sans"/>
                <a:cs typeface="IBM Plex Sans"/>
                <a:sym typeface="IBM Plex Sans"/>
              </a:rPr>
              <a:t>Lo que pasa el pipeline llega solo a producción</a:t>
            </a:r>
            <a:endParaRPr b="0" i="0" sz="1400" u="none" cap="none" strike="noStrike">
              <a:solidFill>
                <a:schemeClr val="dk1"/>
              </a:solidFill>
              <a:latin typeface="IBM Plex Sans"/>
              <a:ea typeface="IBM Plex Sans"/>
              <a:cs typeface="IBM Plex Sans"/>
              <a:sym typeface="IBM Plex Sans"/>
            </a:endParaRPr>
          </a:p>
        </p:txBody>
      </p:sp>
      <p:pic>
        <p:nvPicPr>
          <p:cNvPr descr="arrow-right" id="324" name="Google Shape;324;p13"/>
          <p:cNvPicPr preferRelativeResize="0"/>
          <p:nvPr/>
        </p:nvPicPr>
        <p:blipFill rotWithShape="1">
          <a:blip r:embed="rId3">
            <a:alphaModFix/>
          </a:blip>
          <a:srcRect b="0" l="-24" r="-24" t="0"/>
          <a:stretch/>
        </p:blipFill>
        <p:spPr>
          <a:xfrm>
            <a:off x="8724900" y="2078831"/>
            <a:ext cx="228600" cy="165021"/>
          </a:xfrm>
          <a:prstGeom prst="rect">
            <a:avLst/>
          </a:prstGeom>
          <a:noFill/>
          <a:ln>
            <a:noFill/>
          </a:ln>
        </p:spPr>
      </p:pic>
      <p:sp>
        <p:nvSpPr>
          <p:cNvPr id="325" name="Google Shape;325;p13"/>
          <p:cNvSpPr/>
          <p:nvPr/>
        </p:nvSpPr>
        <p:spPr>
          <a:xfrm>
            <a:off x="9048671" y="1314376"/>
            <a:ext cx="2324259" cy="1693942"/>
          </a:xfrm>
          <a:prstGeom prst="roundRect">
            <a:avLst>
              <a:gd fmla="val 2624" name="adj"/>
            </a:avLst>
          </a:prstGeom>
          <a:solidFill>
            <a:srgbClr val="FCFBF8"/>
          </a:solidFill>
          <a:ln cap="flat" cmpd="sng" w="12700">
            <a:solidFill>
              <a:srgbClr val="2B5C9E"/>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13"/>
          <p:cNvSpPr/>
          <p:nvPr/>
        </p:nvSpPr>
        <p:spPr>
          <a:xfrm>
            <a:off x="9227701" y="1493403"/>
            <a:ext cx="2025184" cy="55118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B2A41"/>
              </a:buClr>
              <a:buSzPts val="1800"/>
              <a:buFont typeface="IBM Plex Sans"/>
              <a:buNone/>
            </a:pPr>
            <a:r>
              <a:rPr b="1" i="0" lang="en-US" sz="1800" u="none" cap="none" strike="noStrike">
                <a:solidFill>
                  <a:srgbClr val="1B2A41"/>
                </a:solidFill>
                <a:latin typeface="IBM Plex Sans"/>
                <a:ea typeface="IBM Plex Sans"/>
                <a:cs typeface="IBM Plex Sans"/>
                <a:sym typeface="IBM Plex Sans"/>
              </a:rPr>
              <a:t>Entrenamiento continuo</a:t>
            </a:r>
            <a:endParaRPr b="0" i="0" sz="1800" u="none" cap="none" strike="noStrike">
              <a:solidFill>
                <a:schemeClr val="dk1"/>
              </a:solidFill>
              <a:latin typeface="IBM Plex Sans"/>
              <a:ea typeface="IBM Plex Sans"/>
              <a:cs typeface="IBM Plex Sans"/>
              <a:sym typeface="IBM Plex Sans"/>
            </a:endParaRPr>
          </a:p>
        </p:txBody>
      </p:sp>
      <p:sp>
        <p:nvSpPr>
          <p:cNvPr id="327" name="Google Shape;327;p13"/>
          <p:cNvSpPr/>
          <p:nvPr/>
        </p:nvSpPr>
        <p:spPr>
          <a:xfrm>
            <a:off x="9227701" y="2095382"/>
            <a:ext cx="2025184" cy="469741"/>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563"/>
              </a:buClr>
              <a:buSzPts val="1400"/>
              <a:buFont typeface="IBM Plex Sans"/>
              <a:buNone/>
            </a:pPr>
            <a:r>
              <a:rPr b="0" i="0" lang="en-US" sz="1400" u="none" cap="none" strike="noStrike">
                <a:solidFill>
                  <a:srgbClr val="4B5563"/>
                </a:solidFill>
                <a:latin typeface="IBM Plex Sans"/>
                <a:ea typeface="IBM Plex Sans"/>
                <a:cs typeface="IBM Plex Sans"/>
                <a:sym typeface="IBM Plex Sans"/>
              </a:rPr>
              <a:t>Se reentrena con datos nuevos</a:t>
            </a:r>
            <a:endParaRPr b="0" i="0" sz="1400" u="none" cap="none" strike="noStrike">
              <a:solidFill>
                <a:schemeClr val="dk1"/>
              </a:solidFill>
              <a:latin typeface="IBM Plex Sans"/>
              <a:ea typeface="IBM Plex Sans"/>
              <a:cs typeface="IBM Plex Sans"/>
              <a:sym typeface="IBM Plex Sans"/>
            </a:endParaRPr>
          </a:p>
        </p:txBody>
      </p:sp>
      <p:sp>
        <p:nvSpPr>
          <p:cNvPr id="328" name="Google Shape;328;p13"/>
          <p:cNvSpPr/>
          <p:nvPr/>
        </p:nvSpPr>
        <p:spPr>
          <a:xfrm>
            <a:off x="9227701" y="2615927"/>
            <a:ext cx="2025184" cy="2387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B5C9E"/>
              </a:buClr>
              <a:buSzPts val="1200"/>
              <a:buFont typeface="IBM Plex Sans"/>
              <a:buNone/>
            </a:pPr>
            <a:r>
              <a:rPr b="1" i="0" lang="en-US" sz="1200" u="none" cap="none" strike="noStrike">
                <a:solidFill>
                  <a:srgbClr val="2B5C9E"/>
                </a:solidFill>
                <a:latin typeface="IBM Plex Sans"/>
                <a:ea typeface="IBM Plex Sans"/>
                <a:cs typeface="IBM Plex Sans"/>
                <a:sym typeface="IBM Plex Sans"/>
              </a:rPr>
              <a:t>Se suma en ML</a:t>
            </a:r>
            <a:endParaRPr b="0" i="0" sz="1200" u="none" cap="none" strike="noStrike">
              <a:solidFill>
                <a:schemeClr val="dk1"/>
              </a:solidFill>
              <a:latin typeface="IBM Plex Sans"/>
              <a:ea typeface="IBM Plex Sans"/>
              <a:cs typeface="IBM Plex Sans"/>
              <a:sym typeface="IBM Plex Sans"/>
            </a:endParaRPr>
          </a:p>
        </p:txBody>
      </p:sp>
      <p:sp>
        <p:nvSpPr>
          <p:cNvPr id="329" name="Google Shape;329;p13"/>
          <p:cNvSpPr/>
          <p:nvPr/>
        </p:nvSpPr>
        <p:spPr>
          <a:xfrm>
            <a:off x="812721" y="3192425"/>
            <a:ext cx="10566559" cy="698421"/>
          </a:xfrm>
          <a:prstGeom prst="roundRect">
            <a:avLst>
              <a:gd fmla="val 7274" name="adj"/>
            </a:avLst>
          </a:prstGeom>
          <a:solidFill>
            <a:srgbClr val="E3ECF8"/>
          </a:solidFill>
          <a:ln>
            <a:noFill/>
          </a:ln>
        </p:spPr>
        <p:txBody>
          <a:bodyPr anchorCtr="0" anchor="t" bIns="150200" lIns="213700" spcFirstLastPara="1" rIns="0" wrap="square" tIns="175600">
            <a:noAutofit/>
          </a:bodyPr>
          <a:lstStyle/>
          <a:p>
            <a:pPr indent="0" lvl="0" marL="0" marR="0" rtl="0" algn="l">
              <a:lnSpc>
                <a:spcPct val="125000"/>
              </a:lnSpc>
              <a:spcBef>
                <a:spcPts val="0"/>
              </a:spcBef>
              <a:spcAft>
                <a:spcPts val="0"/>
              </a:spcAft>
              <a:buClr>
                <a:srgbClr val="1B2A41"/>
              </a:buClr>
              <a:buSzPts val="2000"/>
              <a:buFont typeface="IBM Plex Sans"/>
              <a:buNone/>
            </a:pPr>
            <a:r>
              <a:rPr b="1" i="0" lang="en-US" sz="2000" u="none" cap="none" strike="noStrike">
                <a:solidFill>
                  <a:srgbClr val="1B2A41"/>
                </a:solidFill>
                <a:latin typeface="IBM Plex Sans"/>
                <a:ea typeface="IBM Plex Sans"/>
                <a:cs typeface="IBM Plex Sans"/>
                <a:sym typeface="IBM Plex Sans"/>
              </a:rPr>
              <a:t>Para el banco elegimos entrega continua: producción necesita aprobación.</a:t>
            </a:r>
            <a:endParaRPr b="0" i="0" sz="2000" u="none" cap="none" strike="noStrike">
              <a:solidFill>
                <a:schemeClr val="dk1"/>
              </a:solidFill>
              <a:latin typeface="IBM Plex Sans"/>
              <a:ea typeface="IBM Plex Sans"/>
              <a:cs typeface="IBM Plex Sans"/>
              <a:sym typeface="IBM Plex Sans"/>
            </a:endParaRPr>
          </a:p>
        </p:txBody>
      </p:sp>
      <p:sp>
        <p:nvSpPr>
          <p:cNvPr id="330" name="Google Shape;330;p13"/>
          <p:cNvSpPr/>
          <p:nvPr/>
        </p:nvSpPr>
        <p:spPr>
          <a:xfrm>
            <a:off x="812721" y="4013200"/>
            <a:ext cx="10883556" cy="5842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b="1" i="0" lang="es-AR" sz="1500" u="none" cap="none" strike="noStrike">
                <a:solidFill>
                  <a:srgbClr val="1B2A41"/>
                </a:solidFill>
                <a:latin typeface="IBM Plex Sans"/>
                <a:ea typeface="IBM Plex Sans"/>
                <a:cs typeface="IBM Plex Sans"/>
                <a:sym typeface="IBM Plex Sans"/>
              </a:rPr>
              <a:t>DevOps es una cultura: </a:t>
            </a:r>
            <a:r>
              <a:rPr b="0" i="0" lang="es-AR" sz="1500" u="none" cap="none" strike="noStrike">
                <a:solidFill>
                  <a:srgbClr val="1B2A41"/>
                </a:solidFill>
                <a:latin typeface="IBM Plex Sans"/>
                <a:ea typeface="IBM Plex Sans"/>
                <a:cs typeface="IBM Plex Sans"/>
                <a:sym typeface="IBM Plex Sans"/>
              </a:rPr>
              <a:t>desarrollo y operaciones comparten la responsabilidad, automatizan y miden.</a:t>
            </a:r>
          </a:p>
          <a:p>
            <a:pPr indent="0" lvl="0" marL="0" marR="0" rtl="0" algn="l">
              <a:lnSpc>
                <a:spcPct val="130000"/>
              </a:lnSpc>
              <a:spcBef>
                <a:spcPts val="0"/>
              </a:spcBef>
              <a:spcAft>
                <a:spcPts val="0"/>
              </a:spcAft>
              <a:buNone/>
            </a:pPr>
            <a:r>
              <a:rPr b="1" i="0" lang="es-AR" sz="1500" u="none" cap="none" strike="noStrike">
                <a:solidFill>
                  <a:srgbClr val="4B5563"/>
                </a:solidFill>
                <a:latin typeface="IBM Plex Sans"/>
                <a:ea typeface="IBM Plex Sans"/>
                <a:cs typeface="IBM Plex Sans"/>
                <a:sym typeface="IBM Plex Sans"/>
              </a:rPr>
              <a:t>MLOps es DevOps aplicado a ML. Niveles de madurez (Google Cloud):</a:t>
            </a:r>
          </a:p>
        </p:txBody>
      </p:sp>
      <p:sp>
        <p:nvSpPr>
          <p:cNvPr id="331" name="Google Shape;331;p13"/>
          <p:cNvSpPr/>
          <p:nvPr/>
        </p:nvSpPr>
        <p:spPr>
          <a:xfrm>
            <a:off x="812721" y="5224190"/>
            <a:ext cx="3437573" cy="762000"/>
          </a:xfrm>
          <a:prstGeom prst="roundRect">
            <a:avLst>
              <a:gd fmla="val 6667" name="adj"/>
            </a:avLst>
          </a:prstGeom>
          <a:solidFill>
            <a:srgbClr val="ECE8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13"/>
          <p:cNvSpPr/>
          <p:nvPr/>
        </p:nvSpPr>
        <p:spPr>
          <a:xfrm>
            <a:off x="990481" y="5351109"/>
            <a:ext cx="3174514" cy="25209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B2A41"/>
              </a:buClr>
              <a:buSzPts val="1300"/>
              <a:buFont typeface="IBM Plex Sans"/>
              <a:buNone/>
            </a:pPr>
            <a:r>
              <a:rPr b="1" i="0" lang="en-US" sz="1300" u="none" cap="none" strike="noStrike">
                <a:solidFill>
                  <a:srgbClr val="1B2A41"/>
                </a:solidFill>
                <a:latin typeface="IBM Plex Sans"/>
                <a:ea typeface="IBM Plex Sans"/>
                <a:cs typeface="IBM Plex Sans"/>
                <a:sym typeface="IBM Plex Sans"/>
              </a:rPr>
              <a:t>Nivel 0</a:t>
            </a:r>
            <a:endParaRPr b="0" i="0" sz="1300" u="none" cap="none" strike="noStrike">
              <a:solidFill>
                <a:schemeClr val="dk1"/>
              </a:solidFill>
              <a:latin typeface="IBM Plex Sans"/>
              <a:ea typeface="IBM Plex Sans"/>
              <a:cs typeface="IBM Plex Sans"/>
              <a:sym typeface="IBM Plex Sans"/>
            </a:endParaRPr>
          </a:p>
        </p:txBody>
      </p:sp>
      <p:sp>
        <p:nvSpPr>
          <p:cNvPr id="333" name="Google Shape;333;p13"/>
          <p:cNvSpPr/>
          <p:nvPr/>
        </p:nvSpPr>
        <p:spPr>
          <a:xfrm>
            <a:off x="990481" y="5615905"/>
            <a:ext cx="3174514" cy="268764"/>
          </a:xfrm>
          <a:prstGeom prst="rect">
            <a:avLst/>
          </a:prstGeom>
          <a:noFill/>
          <a:ln>
            <a:noFill/>
          </a:ln>
        </p:spPr>
        <p:txBody>
          <a:bodyPr anchorCtr="0" anchor="t" bIns="0" lIns="0" spcFirstLastPara="1" rIns="0" wrap="square" tIns="0">
            <a:noAutofit/>
          </a:bodyPr>
          <a:lstStyle/>
          <a:p>
            <a:pPr indent="0" lvl="0" marL="0" marR="0" rtl="0" algn="l">
              <a:lnSpc>
                <a:spcPct val="115002"/>
              </a:lnSpc>
              <a:spcBef>
                <a:spcPts val="0"/>
              </a:spcBef>
              <a:spcAft>
                <a:spcPts val="0"/>
              </a:spcAft>
              <a:buClr>
                <a:srgbClr val="1B2A41"/>
              </a:buClr>
              <a:buSzPts val="1673"/>
              <a:buFont typeface="IBM Plex Sans"/>
              <a:buNone/>
            </a:pPr>
            <a:r>
              <a:rPr b="1" i="0" lang="en-US" sz="1673" u="none" cap="none" strike="noStrike">
                <a:solidFill>
                  <a:srgbClr val="1B2A41"/>
                </a:solidFill>
                <a:latin typeface="IBM Plex Sans"/>
                <a:ea typeface="IBM Plex Sans"/>
                <a:cs typeface="IBM Plex Sans"/>
                <a:sym typeface="IBM Plex Sans"/>
              </a:rPr>
              <a:t>Proceso manual</a:t>
            </a:r>
            <a:endParaRPr b="0" i="0" sz="1673" u="none" cap="none" strike="noStrike">
              <a:solidFill>
                <a:schemeClr val="dk1"/>
              </a:solidFill>
              <a:latin typeface="IBM Plex Sans"/>
              <a:ea typeface="IBM Plex Sans"/>
              <a:cs typeface="IBM Plex Sans"/>
              <a:sym typeface="IBM Plex Sans"/>
            </a:endParaRPr>
          </a:p>
        </p:txBody>
      </p:sp>
      <p:sp>
        <p:nvSpPr>
          <p:cNvPr id="334" name="Google Shape;334;p13"/>
          <p:cNvSpPr/>
          <p:nvPr/>
        </p:nvSpPr>
        <p:spPr>
          <a:xfrm>
            <a:off x="4377214" y="4970227"/>
            <a:ext cx="3437573" cy="1015960"/>
          </a:xfrm>
          <a:prstGeom prst="roundRect">
            <a:avLst>
              <a:gd fmla="val 5000" name="adj"/>
            </a:avLst>
          </a:prstGeom>
          <a:solidFill>
            <a:srgbClr val="E3EC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13"/>
          <p:cNvSpPr/>
          <p:nvPr/>
        </p:nvSpPr>
        <p:spPr>
          <a:xfrm>
            <a:off x="4554974" y="5341938"/>
            <a:ext cx="3174514" cy="256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B2A41"/>
              </a:buClr>
              <a:buSzPts val="1300"/>
              <a:buFont typeface="IBM Plex Sans"/>
              <a:buNone/>
            </a:pPr>
            <a:r>
              <a:rPr b="1" i="0" lang="en-US" sz="1300" u="none" cap="none" strike="noStrike">
                <a:solidFill>
                  <a:srgbClr val="1B2A41"/>
                </a:solidFill>
                <a:latin typeface="IBM Plex Sans"/>
                <a:ea typeface="IBM Plex Sans"/>
                <a:cs typeface="IBM Plex Sans"/>
                <a:sym typeface="IBM Plex Sans"/>
              </a:rPr>
              <a:t>Nivel 1</a:t>
            </a:r>
            <a:endParaRPr b="0" i="0" sz="1300" u="none" cap="none" strike="noStrike">
              <a:solidFill>
                <a:schemeClr val="dk1"/>
              </a:solidFill>
              <a:latin typeface="IBM Plex Sans"/>
              <a:ea typeface="IBM Plex Sans"/>
              <a:cs typeface="IBM Plex Sans"/>
              <a:sym typeface="IBM Plex Sans"/>
            </a:endParaRPr>
          </a:p>
        </p:txBody>
      </p:sp>
      <p:sp>
        <p:nvSpPr>
          <p:cNvPr id="336" name="Google Shape;336;p13"/>
          <p:cNvSpPr/>
          <p:nvPr/>
        </p:nvSpPr>
        <p:spPr>
          <a:xfrm>
            <a:off x="4554974" y="5611143"/>
            <a:ext cx="3174514" cy="273526"/>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B2A41"/>
              </a:buClr>
              <a:buSzPts val="1700"/>
              <a:buFont typeface="IBM Plex Sans"/>
              <a:buNone/>
            </a:pPr>
            <a:r>
              <a:rPr b="1" i="0" lang="en-US" sz="1700" u="none" cap="none" strike="noStrike">
                <a:solidFill>
                  <a:srgbClr val="1B2A41"/>
                </a:solidFill>
                <a:latin typeface="IBM Plex Sans"/>
                <a:ea typeface="IBM Plex Sans"/>
                <a:cs typeface="IBM Plex Sans"/>
                <a:sym typeface="IBM Plex Sans"/>
              </a:rPr>
              <a:t>Entrenamiento automático</a:t>
            </a:r>
            <a:endParaRPr b="0" i="0" sz="1700" u="none" cap="none" strike="noStrike">
              <a:solidFill>
                <a:schemeClr val="dk1"/>
              </a:solidFill>
              <a:latin typeface="IBM Plex Sans"/>
              <a:ea typeface="IBM Plex Sans"/>
              <a:cs typeface="IBM Plex Sans"/>
              <a:sym typeface="IBM Plex Sans"/>
            </a:endParaRPr>
          </a:p>
        </p:txBody>
      </p:sp>
      <p:sp>
        <p:nvSpPr>
          <p:cNvPr id="337" name="Google Shape;337;p13"/>
          <p:cNvSpPr/>
          <p:nvPr/>
        </p:nvSpPr>
        <p:spPr>
          <a:xfrm>
            <a:off x="7941707" y="4716264"/>
            <a:ext cx="3437573" cy="1269921"/>
          </a:xfrm>
          <a:prstGeom prst="roundRect">
            <a:avLst>
              <a:gd fmla="val 4000" name="adj"/>
            </a:avLst>
          </a:prstGeom>
          <a:solidFill>
            <a:srgbClr val="2B5C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13"/>
          <p:cNvSpPr/>
          <p:nvPr/>
        </p:nvSpPr>
        <p:spPr>
          <a:xfrm>
            <a:off x="8119467" y="5093816"/>
            <a:ext cx="3174514" cy="256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7F6F2"/>
              </a:buClr>
              <a:buSzPts val="1300"/>
              <a:buFont typeface="IBM Plex Sans"/>
              <a:buNone/>
            </a:pPr>
            <a:r>
              <a:rPr b="1" i="0" lang="en-US" sz="1300" u="none" cap="none" strike="noStrike">
                <a:solidFill>
                  <a:srgbClr val="F7F6F2"/>
                </a:solidFill>
                <a:latin typeface="IBM Plex Sans"/>
                <a:ea typeface="IBM Plex Sans"/>
                <a:cs typeface="IBM Plex Sans"/>
                <a:sym typeface="IBM Plex Sans"/>
              </a:rPr>
              <a:t>Nivel 2</a:t>
            </a:r>
            <a:endParaRPr b="0" i="0" sz="1300" u="none" cap="none" strike="noStrike">
              <a:solidFill>
                <a:schemeClr val="dk1"/>
              </a:solidFill>
              <a:latin typeface="IBM Plex Sans"/>
              <a:ea typeface="IBM Plex Sans"/>
              <a:cs typeface="IBM Plex Sans"/>
              <a:sym typeface="IBM Plex Sans"/>
            </a:endParaRPr>
          </a:p>
        </p:txBody>
      </p:sp>
      <p:sp>
        <p:nvSpPr>
          <p:cNvPr id="339" name="Google Shape;339;p13"/>
          <p:cNvSpPr/>
          <p:nvPr/>
        </p:nvSpPr>
        <p:spPr>
          <a:xfrm>
            <a:off x="8119467" y="5363015"/>
            <a:ext cx="3174514" cy="521653"/>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F7F6F2"/>
              </a:buClr>
              <a:buSzPts val="1700"/>
              <a:buFont typeface="IBM Plex Sans"/>
              <a:buNone/>
            </a:pPr>
            <a:r>
              <a:rPr b="1" i="0" lang="en-US" sz="1700" u="none" cap="none" strike="noStrike">
                <a:solidFill>
                  <a:srgbClr val="F7F6F2"/>
                </a:solidFill>
                <a:latin typeface="IBM Plex Sans"/>
                <a:ea typeface="IBM Plex Sans"/>
                <a:cs typeface="IBM Plex Sans"/>
                <a:sym typeface="IBM Plex Sans"/>
              </a:rPr>
              <a:t>CI/CD automatizado · nuestra meta</a:t>
            </a:r>
            <a:endParaRPr b="0" i="0" sz="1700" u="none" cap="none" strike="noStrike">
              <a:solidFill>
                <a:schemeClr val="dk1"/>
              </a:solidFill>
              <a:latin typeface="IBM Plex Sans"/>
              <a:ea typeface="IBM Plex Sans"/>
              <a:cs typeface="IBM Plex Sans"/>
              <a:sym typeface="IBM Plex Sans"/>
            </a:endParaRPr>
          </a:p>
        </p:txBody>
      </p:sp>
      <p:sp>
        <p:nvSpPr>
          <p:cNvPr id="340" name="Google Shape;340;p13"/>
          <p:cNvSpPr/>
          <p:nvPr/>
        </p:nvSpPr>
        <p:spPr>
          <a:xfrm>
            <a:off x="812721" y="6238280"/>
            <a:ext cx="7194469" cy="2387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E6673"/>
              </a:buClr>
              <a:buSzPts val="1200"/>
              <a:buFont typeface="IBM Plex Sans"/>
              <a:buNone/>
            </a:pPr>
            <a:r>
              <a:rPr b="0" i="0" lang="en-US" sz="1200" u="none" cap="none" strike="noStrike">
                <a:solidFill>
                  <a:srgbClr val="5E6673"/>
                </a:solidFill>
                <a:latin typeface="IBM Plex Sans"/>
                <a:ea typeface="IBM Plex Sans"/>
                <a:cs typeface="IBM Plex Sans"/>
                <a:sym typeface="IBM Plex Sans"/>
              </a:rPr>
              <a:t>UTN FRC · Ingeniería y Calidad de Software · 4K3 · Grupo 13</a:t>
            </a:r>
            <a:endParaRPr b="0" i="0" sz="1200" u="none" cap="none" strike="noStrike">
              <a:solidFill>
                <a:schemeClr val="dk1"/>
              </a:solidFill>
              <a:latin typeface="IBM Plex Sans"/>
              <a:ea typeface="IBM Plex Sans"/>
              <a:cs typeface="IBM Plex Sans"/>
              <a:sym typeface="IBM Plex Sans"/>
            </a:endParaRPr>
          </a:p>
        </p:txBody>
      </p:sp>
      <p:sp>
        <p:nvSpPr>
          <p:cNvPr id="341" name="Google Shape;341;p13"/>
          <p:cNvSpPr/>
          <p:nvPr/>
        </p:nvSpPr>
        <p:spPr>
          <a:xfrm>
            <a:off x="8632270" y="6238280"/>
            <a:ext cx="2747010" cy="23876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5E6673"/>
              </a:buClr>
              <a:buSzPts val="1200"/>
              <a:buFont typeface="IBM Plex Sans"/>
              <a:buNone/>
            </a:pPr>
            <a:r>
              <a:rPr b="0" i="0" lang="en-US" sz="1200" u="none" cap="none" strike="noStrike">
                <a:solidFill>
                  <a:srgbClr val="5E6673"/>
                </a:solidFill>
                <a:latin typeface="IBM Plex Sans"/>
                <a:ea typeface="IBM Plex Sans"/>
                <a:cs typeface="IBM Plex Sans"/>
                <a:sym typeface="IBM Plex Sans"/>
              </a:rPr>
              <a:t>Desarrollo · 10 / 17</a:t>
            </a:r>
            <a:endParaRPr b="0" i="0" sz="1200" u="none" cap="none" strike="noStrike">
              <a:solidFill>
                <a:schemeClr val="dk1"/>
              </a:solidFill>
              <a:latin typeface="IBM Plex Sans"/>
              <a:ea typeface="IBM Plex Sans"/>
              <a:cs typeface="IBM Plex Sans"/>
              <a:sym typeface="IBM Plex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2"/>
        </a:solidFill>
      </p:bgPr>
    </p:bg>
    <p:spTree>
      <p:nvGrpSpPr>
        <p:cNvPr id="346" name="Shape 346"/>
        <p:cNvGrpSpPr/>
        <p:nvPr/>
      </p:nvGrpSpPr>
      <p:grpSpPr>
        <a:xfrm>
          <a:off x="0" y="0"/>
          <a:ext cx="0" cy="0"/>
          <a:chOff x="0" y="0"/>
          <a:chExt cx="0" cy="0"/>
        </a:xfrm>
      </p:grpSpPr>
      <p:sp>
        <p:nvSpPr>
          <p:cNvPr id="347" name="Google Shape;347;p14"/>
          <p:cNvSpPr txBox="1"/>
          <p:nvPr>
            <p:ph type="title"/>
          </p:nvPr>
        </p:nvSpPr>
        <p:spPr>
          <a:xfrm>
            <a:off x="812721" y="711163"/>
            <a:ext cx="10883556" cy="4445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B2A41"/>
              </a:buClr>
              <a:buSzPts val="3000"/>
              <a:buFont typeface="IBM Plex Sans"/>
              <a:buNone/>
            </a:pPr>
            <a:r>
              <a:rPr b="1" i="0" lang="en-US" sz="3000">
                <a:solidFill>
                  <a:srgbClr val="1B2A41"/>
                </a:solidFill>
                <a:latin typeface="IBM Plex Sans"/>
                <a:ea typeface="IBM Plex Sans"/>
                <a:cs typeface="IBM Plex Sans"/>
                <a:sym typeface="IBM Plex Sans"/>
              </a:rPr>
              <a:t>SCM y despliegue</a:t>
            </a:r>
            <a:endParaRPr sz="3000"/>
          </a:p>
        </p:txBody>
      </p:sp>
      <p:sp>
        <p:nvSpPr>
          <p:cNvPr id="348" name="Google Shape;348;p14"/>
          <p:cNvSpPr/>
          <p:nvPr/>
        </p:nvSpPr>
        <p:spPr>
          <a:xfrm>
            <a:off x="812721" y="1358863"/>
            <a:ext cx="3115866" cy="1805702"/>
          </a:xfrm>
          <a:prstGeom prst="roundRect">
            <a:avLst>
              <a:gd fmla="val 2813" name="adj"/>
            </a:avLst>
          </a:prstGeom>
          <a:solidFill>
            <a:srgbClr val="ECE8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14"/>
          <p:cNvSpPr/>
          <p:nvPr/>
        </p:nvSpPr>
        <p:spPr>
          <a:xfrm>
            <a:off x="1015841" y="1587463"/>
            <a:ext cx="2790913" cy="292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B2A41"/>
              </a:buClr>
              <a:buSzPts val="1500"/>
              <a:buFont typeface="IBM Plex Sans"/>
              <a:buNone/>
            </a:pPr>
            <a:r>
              <a:rPr b="1" i="0" lang="en-US" sz="1500" u="none" cap="none" strike="noStrike">
                <a:solidFill>
                  <a:srgbClr val="1B2A41"/>
                </a:solidFill>
                <a:latin typeface="IBM Plex Sans"/>
                <a:ea typeface="IBM Plex Sans"/>
                <a:cs typeface="IBM Plex Sans"/>
                <a:sym typeface="IBM Plex Sans"/>
              </a:rPr>
              <a:t>Línea base en producción</a:t>
            </a:r>
            <a:endParaRPr b="0" i="0" sz="1500" u="none" cap="none" strike="noStrike">
              <a:solidFill>
                <a:schemeClr val="dk1"/>
              </a:solidFill>
              <a:latin typeface="IBM Plex Sans"/>
              <a:ea typeface="IBM Plex Sans"/>
              <a:cs typeface="IBM Plex Sans"/>
              <a:sym typeface="IBM Plex Sans"/>
            </a:endParaRPr>
          </a:p>
        </p:txBody>
      </p:sp>
      <p:sp>
        <p:nvSpPr>
          <p:cNvPr id="350" name="Google Shape;350;p14"/>
          <p:cNvSpPr/>
          <p:nvPr/>
        </p:nvSpPr>
        <p:spPr>
          <a:xfrm>
            <a:off x="1015841" y="1917626"/>
            <a:ext cx="2790913" cy="472361"/>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B2A41"/>
              </a:buClr>
              <a:buSzPts val="3200"/>
              <a:buFont typeface="IBM Plex Sans"/>
              <a:buNone/>
            </a:pPr>
            <a:r>
              <a:rPr b="1" i="0" lang="en-US" sz="3200" u="none" cap="none" strike="noStrike">
                <a:solidFill>
                  <a:srgbClr val="1B2A41"/>
                </a:solidFill>
                <a:latin typeface="IBM Plex Sans"/>
                <a:ea typeface="IBM Plex Sans"/>
                <a:cs typeface="IBM Plex Sans"/>
                <a:sym typeface="IBM Plex Sans"/>
              </a:rPr>
              <a:t>LB-07</a:t>
            </a:r>
            <a:endParaRPr b="0" i="0" sz="3200" u="none" cap="none" strike="noStrike">
              <a:solidFill>
                <a:schemeClr val="dk1"/>
              </a:solidFill>
              <a:latin typeface="IBM Plex Sans"/>
              <a:ea typeface="IBM Plex Sans"/>
              <a:cs typeface="IBM Plex Sans"/>
              <a:sym typeface="IBM Plex Sans"/>
            </a:endParaRPr>
          </a:p>
        </p:txBody>
      </p:sp>
      <p:sp>
        <p:nvSpPr>
          <p:cNvPr id="351" name="Google Shape;351;p14"/>
          <p:cNvSpPr/>
          <p:nvPr/>
        </p:nvSpPr>
        <p:spPr>
          <a:xfrm>
            <a:off x="1015841" y="2428044"/>
            <a:ext cx="2790913" cy="533321"/>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B2A41"/>
              </a:buClr>
              <a:buSzPts val="1600"/>
              <a:buFont typeface="IBM Plex Sans"/>
              <a:buNone/>
            </a:pPr>
            <a:r>
              <a:rPr b="0" i="0" lang="en-US" sz="1600" u="none" cap="none" strike="noStrike">
                <a:solidFill>
                  <a:srgbClr val="1B2A41"/>
                </a:solidFill>
                <a:latin typeface="IBM Plex Sans"/>
                <a:ea typeface="IBM Plex Sans"/>
                <a:cs typeface="IBM Plex Sans"/>
                <a:sym typeface="IBM Plex Sans"/>
              </a:rPr>
              <a:t>Incluye el modelo 1.4.2; se conserva para volver</a:t>
            </a:r>
            <a:endParaRPr b="0" i="0" sz="1600" u="none" cap="none" strike="noStrike">
              <a:solidFill>
                <a:schemeClr val="dk1"/>
              </a:solidFill>
              <a:latin typeface="IBM Plex Sans"/>
              <a:ea typeface="IBM Plex Sans"/>
              <a:cs typeface="IBM Plex Sans"/>
              <a:sym typeface="IBM Plex Sans"/>
            </a:endParaRPr>
          </a:p>
        </p:txBody>
      </p:sp>
      <p:pic>
        <p:nvPicPr>
          <p:cNvPr descr="arrow-right" id="352" name="Google Shape;352;p14"/>
          <p:cNvPicPr preferRelativeResize="0"/>
          <p:nvPr/>
        </p:nvPicPr>
        <p:blipFill rotWithShape="1">
          <a:blip r:embed="rId3">
            <a:alphaModFix/>
          </a:blip>
          <a:srcRect b="-11" l="0" r="0" t="-11"/>
          <a:stretch/>
        </p:blipFill>
        <p:spPr>
          <a:xfrm>
            <a:off x="4055507" y="2147416"/>
            <a:ext cx="355521" cy="228600"/>
          </a:xfrm>
          <a:prstGeom prst="rect">
            <a:avLst/>
          </a:prstGeom>
          <a:noFill/>
          <a:ln>
            <a:noFill/>
          </a:ln>
        </p:spPr>
      </p:pic>
      <p:sp>
        <p:nvSpPr>
          <p:cNvPr id="353" name="Google Shape;353;p14"/>
          <p:cNvSpPr/>
          <p:nvPr/>
        </p:nvSpPr>
        <p:spPr>
          <a:xfrm>
            <a:off x="4537948" y="1358863"/>
            <a:ext cx="3115985" cy="1805702"/>
          </a:xfrm>
          <a:prstGeom prst="roundRect">
            <a:avLst>
              <a:gd fmla="val 2813" name="adj"/>
            </a:avLst>
          </a:prstGeom>
          <a:solidFill>
            <a:srgbClr val="F7D9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14"/>
          <p:cNvSpPr/>
          <p:nvPr/>
        </p:nvSpPr>
        <p:spPr>
          <a:xfrm>
            <a:off x="4741069" y="1587463"/>
            <a:ext cx="2791036" cy="292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B2A41"/>
              </a:buClr>
              <a:buSzPts val="1500"/>
              <a:buFont typeface="IBM Plex Sans"/>
              <a:buNone/>
            </a:pPr>
            <a:r>
              <a:rPr b="1" i="0" lang="en-US" sz="1500" u="none" cap="none" strike="noStrike">
                <a:solidFill>
                  <a:srgbClr val="1B2A41"/>
                </a:solidFill>
                <a:latin typeface="IBM Plex Sans"/>
                <a:ea typeface="IBM Plex Sans"/>
                <a:cs typeface="IBM Plex Sans"/>
                <a:sym typeface="IBM Plex Sans"/>
              </a:rPr>
              <a:t>Control de cambios</a:t>
            </a:r>
            <a:endParaRPr b="0" i="0" sz="1500" u="none" cap="none" strike="noStrike">
              <a:solidFill>
                <a:schemeClr val="dk1"/>
              </a:solidFill>
              <a:latin typeface="IBM Plex Sans"/>
              <a:ea typeface="IBM Plex Sans"/>
              <a:cs typeface="IBM Plex Sans"/>
              <a:sym typeface="IBM Plex Sans"/>
            </a:endParaRPr>
          </a:p>
        </p:txBody>
      </p:sp>
      <p:sp>
        <p:nvSpPr>
          <p:cNvPr id="355" name="Google Shape;355;p14"/>
          <p:cNvSpPr/>
          <p:nvPr/>
        </p:nvSpPr>
        <p:spPr>
          <a:xfrm>
            <a:off x="4741069" y="1917626"/>
            <a:ext cx="2791036" cy="472361"/>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B2A41"/>
              </a:buClr>
              <a:buSzPts val="3200"/>
              <a:buFont typeface="IBM Plex Sans"/>
              <a:buNone/>
            </a:pPr>
            <a:r>
              <a:rPr b="1" i="0" lang="en-US" sz="3200" u="none" cap="none" strike="noStrike">
                <a:solidFill>
                  <a:srgbClr val="1B2A41"/>
                </a:solidFill>
                <a:latin typeface="IBM Plex Sans"/>
                <a:ea typeface="IBM Plex Sans"/>
                <a:cs typeface="IBM Plex Sans"/>
                <a:sym typeface="IBM Plex Sans"/>
              </a:rPr>
              <a:t>Comité</a:t>
            </a:r>
            <a:endParaRPr b="0" i="0" sz="3200" u="none" cap="none" strike="noStrike">
              <a:solidFill>
                <a:schemeClr val="dk1"/>
              </a:solidFill>
              <a:latin typeface="IBM Plex Sans"/>
              <a:ea typeface="IBM Plex Sans"/>
              <a:cs typeface="IBM Plex Sans"/>
              <a:sym typeface="IBM Plex Sans"/>
            </a:endParaRPr>
          </a:p>
        </p:txBody>
      </p:sp>
      <p:sp>
        <p:nvSpPr>
          <p:cNvPr id="356" name="Google Shape;356;p14"/>
          <p:cNvSpPr/>
          <p:nvPr/>
        </p:nvSpPr>
        <p:spPr>
          <a:xfrm>
            <a:off x="4741069" y="2428044"/>
            <a:ext cx="2791036" cy="533321"/>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B2A41"/>
              </a:buClr>
              <a:buSzPts val="1600"/>
              <a:buFont typeface="IBM Plex Sans"/>
              <a:buNone/>
            </a:pPr>
            <a:r>
              <a:rPr b="0" i="0" lang="en-US" sz="1600" u="none" cap="none" strike="noStrike">
                <a:solidFill>
                  <a:srgbClr val="1B2A41"/>
                </a:solidFill>
                <a:latin typeface="IBM Plex Sans"/>
                <a:ea typeface="IBM Plex Sans"/>
                <a:cs typeface="IBM Plex Sans"/>
                <a:sym typeface="IBM Plex Sans"/>
              </a:rPr>
              <a:t>Propuesta, análisis de impacto y aprobación</a:t>
            </a:r>
            <a:endParaRPr b="0" i="0" sz="1600" u="none" cap="none" strike="noStrike">
              <a:solidFill>
                <a:schemeClr val="dk1"/>
              </a:solidFill>
              <a:latin typeface="IBM Plex Sans"/>
              <a:ea typeface="IBM Plex Sans"/>
              <a:cs typeface="IBM Plex Sans"/>
              <a:sym typeface="IBM Plex Sans"/>
            </a:endParaRPr>
          </a:p>
        </p:txBody>
      </p:sp>
      <p:pic>
        <p:nvPicPr>
          <p:cNvPr descr="arrow-right" id="357" name="Google Shape;357;p14"/>
          <p:cNvPicPr preferRelativeResize="0"/>
          <p:nvPr/>
        </p:nvPicPr>
        <p:blipFill rotWithShape="1">
          <a:blip r:embed="rId3">
            <a:alphaModFix/>
          </a:blip>
          <a:srcRect b="-11" l="0" r="0" t="-11"/>
          <a:stretch/>
        </p:blipFill>
        <p:spPr>
          <a:xfrm>
            <a:off x="7780854" y="2147416"/>
            <a:ext cx="355521" cy="228600"/>
          </a:xfrm>
          <a:prstGeom prst="rect">
            <a:avLst/>
          </a:prstGeom>
          <a:noFill/>
          <a:ln>
            <a:noFill/>
          </a:ln>
        </p:spPr>
      </p:pic>
      <p:sp>
        <p:nvSpPr>
          <p:cNvPr id="358" name="Google Shape;358;p14"/>
          <p:cNvSpPr/>
          <p:nvPr/>
        </p:nvSpPr>
        <p:spPr>
          <a:xfrm>
            <a:off x="8263295" y="1358863"/>
            <a:ext cx="3115985" cy="1805702"/>
          </a:xfrm>
          <a:prstGeom prst="roundRect">
            <a:avLst>
              <a:gd fmla="val 2813" name="adj"/>
            </a:avLst>
          </a:prstGeom>
          <a:solidFill>
            <a:srgbClr val="2B5C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14"/>
          <p:cNvSpPr/>
          <p:nvPr/>
        </p:nvSpPr>
        <p:spPr>
          <a:xfrm>
            <a:off x="8466416" y="1587463"/>
            <a:ext cx="2791036" cy="292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7F6F2"/>
              </a:buClr>
              <a:buSzPts val="1500"/>
              <a:buFont typeface="IBM Plex Sans"/>
              <a:buNone/>
            </a:pPr>
            <a:r>
              <a:rPr b="1" i="0" lang="en-US" sz="1500" u="none" cap="none" strike="noStrike">
                <a:solidFill>
                  <a:srgbClr val="F7F6F2"/>
                </a:solidFill>
                <a:latin typeface="IBM Plex Sans"/>
                <a:ea typeface="IBM Plex Sans"/>
                <a:cs typeface="IBM Plex Sans"/>
                <a:sym typeface="IBM Plex Sans"/>
              </a:rPr>
              <a:t>Nueva línea base</a:t>
            </a:r>
            <a:endParaRPr b="0" i="0" sz="1500" u="none" cap="none" strike="noStrike">
              <a:solidFill>
                <a:schemeClr val="dk1"/>
              </a:solidFill>
              <a:latin typeface="IBM Plex Sans"/>
              <a:ea typeface="IBM Plex Sans"/>
              <a:cs typeface="IBM Plex Sans"/>
              <a:sym typeface="IBM Plex Sans"/>
            </a:endParaRPr>
          </a:p>
        </p:txBody>
      </p:sp>
      <p:sp>
        <p:nvSpPr>
          <p:cNvPr id="360" name="Google Shape;360;p14"/>
          <p:cNvSpPr/>
          <p:nvPr/>
        </p:nvSpPr>
        <p:spPr>
          <a:xfrm>
            <a:off x="8466416" y="1917626"/>
            <a:ext cx="2791036" cy="472361"/>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F7F6F2"/>
              </a:buClr>
              <a:buSzPts val="3200"/>
              <a:buFont typeface="IBM Plex Sans"/>
              <a:buNone/>
            </a:pPr>
            <a:r>
              <a:rPr b="1" i="0" lang="en-US" sz="3200" u="none" cap="none" strike="noStrike">
                <a:solidFill>
                  <a:srgbClr val="F7F6F2"/>
                </a:solidFill>
                <a:latin typeface="IBM Plex Sans"/>
                <a:ea typeface="IBM Plex Sans"/>
                <a:cs typeface="IBM Plex Sans"/>
                <a:sym typeface="IBM Plex Sans"/>
              </a:rPr>
              <a:t>LB-08</a:t>
            </a:r>
            <a:endParaRPr b="0" i="0" sz="3200" u="none" cap="none" strike="noStrike">
              <a:solidFill>
                <a:schemeClr val="dk1"/>
              </a:solidFill>
              <a:latin typeface="IBM Plex Sans"/>
              <a:ea typeface="IBM Plex Sans"/>
              <a:cs typeface="IBM Plex Sans"/>
              <a:sym typeface="IBM Plex Sans"/>
            </a:endParaRPr>
          </a:p>
        </p:txBody>
      </p:sp>
      <p:sp>
        <p:nvSpPr>
          <p:cNvPr id="361" name="Google Shape;361;p14"/>
          <p:cNvSpPr/>
          <p:nvPr/>
        </p:nvSpPr>
        <p:spPr>
          <a:xfrm>
            <a:off x="8466416" y="2428044"/>
            <a:ext cx="2791036" cy="533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7F6F2"/>
              </a:buClr>
              <a:buSzPts val="1600"/>
              <a:buFont typeface="IBM Plex Sans"/>
              <a:buNone/>
            </a:pPr>
            <a:r>
              <a:rPr b="0" i="0" lang="en-US" sz="1600" u="none" cap="none" strike="noStrike">
                <a:solidFill>
                  <a:srgbClr val="F7F6F2"/>
                </a:solidFill>
                <a:latin typeface="IBM Plex Sans"/>
                <a:ea typeface="IBM Plex Sans"/>
                <a:cs typeface="IBM Plex Sans"/>
                <a:sym typeface="IBM Plex Sans"/>
              </a:rPr>
              <a:t>Incluye el modelo 2.0.0, ya aprobado</a:t>
            </a:r>
            <a:endParaRPr b="0" i="0" sz="1600" u="none" cap="none" strike="noStrike">
              <a:solidFill>
                <a:schemeClr val="dk1"/>
              </a:solidFill>
              <a:latin typeface="IBM Plex Sans"/>
              <a:ea typeface="IBM Plex Sans"/>
              <a:cs typeface="IBM Plex Sans"/>
              <a:sym typeface="IBM Plex Sans"/>
            </a:endParaRPr>
          </a:p>
        </p:txBody>
      </p:sp>
      <p:sp>
        <p:nvSpPr>
          <p:cNvPr id="362" name="Google Shape;362;p14"/>
          <p:cNvSpPr/>
          <p:nvPr/>
        </p:nvSpPr>
        <p:spPr>
          <a:xfrm>
            <a:off x="819071" y="3399513"/>
            <a:ext cx="3424873" cy="1578332"/>
          </a:xfrm>
          <a:prstGeom prst="roundRect">
            <a:avLst>
              <a:gd fmla="val 2816" name="adj"/>
            </a:avLst>
          </a:prstGeom>
          <a:solidFill>
            <a:srgbClr val="FCFBF8"/>
          </a:solidFill>
          <a:ln cap="flat" cmpd="sng" w="12700">
            <a:solidFill>
              <a:srgbClr val="CFCAB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14"/>
          <p:cNvSpPr/>
          <p:nvPr/>
        </p:nvSpPr>
        <p:spPr>
          <a:xfrm>
            <a:off x="1023461" y="3603904"/>
            <a:ext cx="3106574" cy="3631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B2A41"/>
              </a:buClr>
              <a:buSzPts val="1900"/>
              <a:buFont typeface="IBM Plex Sans"/>
              <a:buNone/>
            </a:pPr>
            <a:r>
              <a:rPr b="1" i="0" lang="en-US" sz="1900" u="none" cap="none" strike="noStrike">
                <a:solidFill>
                  <a:srgbClr val="1B2A41"/>
                </a:solidFill>
                <a:latin typeface="IBM Plex Sans"/>
                <a:ea typeface="IBM Plex Sans"/>
                <a:cs typeface="IBM Plex Sans"/>
                <a:sym typeface="IBM Plex Sans"/>
              </a:rPr>
              <a:t>Ítems de configuración</a:t>
            </a:r>
            <a:endParaRPr b="0" i="0" sz="1900" u="none" cap="none" strike="noStrike">
              <a:solidFill>
                <a:schemeClr val="dk1"/>
              </a:solidFill>
              <a:latin typeface="IBM Plex Sans"/>
              <a:ea typeface="IBM Plex Sans"/>
              <a:cs typeface="IBM Plex Sans"/>
              <a:sym typeface="IBM Plex Sans"/>
            </a:endParaRPr>
          </a:p>
        </p:txBody>
      </p:sp>
      <p:sp>
        <p:nvSpPr>
          <p:cNvPr id="364" name="Google Shape;364;p14"/>
          <p:cNvSpPr/>
          <p:nvPr/>
        </p:nvSpPr>
        <p:spPr>
          <a:xfrm>
            <a:off x="1023461" y="4030507"/>
            <a:ext cx="3106574" cy="5207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4B5563"/>
              </a:buClr>
              <a:buSzPts val="1500"/>
              <a:buFont typeface="IBM Plex Sans"/>
              <a:buNone/>
            </a:pPr>
            <a:r>
              <a:rPr b="0" i="0" lang="en-US" sz="1500" u="none" cap="none" strike="noStrike">
                <a:solidFill>
                  <a:srgbClr val="4B5563"/>
                </a:solidFill>
                <a:latin typeface="IBM Plex Sans"/>
                <a:ea typeface="IBM Plex Sans"/>
                <a:cs typeface="IBM Plex Sans"/>
                <a:sym typeface="IBM Plex Sans"/>
              </a:rPr>
              <a:t>Código, datos, modelo, umbral y documento de despliegue</a:t>
            </a:r>
            <a:endParaRPr b="0" i="0" sz="1500" u="none" cap="none" strike="noStrike">
              <a:solidFill>
                <a:schemeClr val="dk1"/>
              </a:solidFill>
              <a:latin typeface="IBM Plex Sans"/>
              <a:ea typeface="IBM Plex Sans"/>
              <a:cs typeface="IBM Plex Sans"/>
              <a:sym typeface="IBM Plex Sans"/>
            </a:endParaRPr>
          </a:p>
        </p:txBody>
      </p:sp>
      <p:sp>
        <p:nvSpPr>
          <p:cNvPr id="365" name="Google Shape;365;p14"/>
          <p:cNvSpPr/>
          <p:nvPr/>
        </p:nvSpPr>
        <p:spPr>
          <a:xfrm>
            <a:off x="4383564" y="3399513"/>
            <a:ext cx="3424873" cy="1578332"/>
          </a:xfrm>
          <a:prstGeom prst="roundRect">
            <a:avLst>
              <a:gd fmla="val 2816" name="adj"/>
            </a:avLst>
          </a:prstGeom>
          <a:solidFill>
            <a:srgbClr val="FCFBF8"/>
          </a:solidFill>
          <a:ln cap="flat" cmpd="sng" w="12700">
            <a:solidFill>
              <a:srgbClr val="CFCAB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14"/>
          <p:cNvSpPr/>
          <p:nvPr/>
        </p:nvSpPr>
        <p:spPr>
          <a:xfrm>
            <a:off x="4587954" y="3603904"/>
            <a:ext cx="3106574" cy="3631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B2A41"/>
              </a:buClr>
              <a:buSzPts val="1900"/>
              <a:buFont typeface="IBM Plex Sans"/>
              <a:buNone/>
            </a:pPr>
            <a:r>
              <a:rPr b="1" i="0" lang="en-US" sz="1900" u="none" cap="none" strike="noStrike">
                <a:solidFill>
                  <a:srgbClr val="1B2A41"/>
                </a:solidFill>
                <a:latin typeface="IBM Plex Sans"/>
                <a:ea typeface="IBM Plex Sans"/>
                <a:cs typeface="IBM Plex Sans"/>
                <a:sym typeface="IBM Plex Sans"/>
              </a:rPr>
              <a:t>Auditorías</a:t>
            </a:r>
            <a:endParaRPr b="0" i="0" sz="1900" u="none" cap="none" strike="noStrike">
              <a:solidFill>
                <a:schemeClr val="dk1"/>
              </a:solidFill>
              <a:latin typeface="IBM Plex Sans"/>
              <a:ea typeface="IBM Plex Sans"/>
              <a:cs typeface="IBM Plex Sans"/>
              <a:sym typeface="IBM Plex Sans"/>
            </a:endParaRPr>
          </a:p>
        </p:txBody>
      </p:sp>
      <p:sp>
        <p:nvSpPr>
          <p:cNvPr id="367" name="Google Shape;367;p14"/>
          <p:cNvSpPr/>
          <p:nvPr/>
        </p:nvSpPr>
        <p:spPr>
          <a:xfrm>
            <a:off x="4587954" y="4030507"/>
            <a:ext cx="3106574" cy="76835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4B5563"/>
              </a:buClr>
              <a:buSzPts val="1500"/>
              <a:buFont typeface="IBM Plex Sans"/>
              <a:buNone/>
            </a:pPr>
            <a:r>
              <a:rPr b="0" i="0" lang="en-US" sz="1500" u="none" cap="none" strike="noStrike">
                <a:solidFill>
                  <a:srgbClr val="4B5563"/>
                </a:solidFill>
                <a:latin typeface="IBM Plex Sans"/>
                <a:ea typeface="IBM Plex Sans"/>
                <a:cs typeface="IBM Plex Sans"/>
                <a:sym typeface="IBM Plex Sans"/>
              </a:rPr>
              <a:t>Funcional: ¿hace lo que dice? Física: ¿lo desplegado es lo de la línea base?</a:t>
            </a:r>
            <a:endParaRPr b="0" i="0" sz="1500" u="none" cap="none" strike="noStrike">
              <a:solidFill>
                <a:schemeClr val="dk1"/>
              </a:solidFill>
              <a:latin typeface="IBM Plex Sans"/>
              <a:ea typeface="IBM Plex Sans"/>
              <a:cs typeface="IBM Plex Sans"/>
              <a:sym typeface="IBM Plex Sans"/>
            </a:endParaRPr>
          </a:p>
        </p:txBody>
      </p:sp>
      <p:sp>
        <p:nvSpPr>
          <p:cNvPr id="368" name="Google Shape;368;p14"/>
          <p:cNvSpPr/>
          <p:nvPr/>
        </p:nvSpPr>
        <p:spPr>
          <a:xfrm>
            <a:off x="7948057" y="3399513"/>
            <a:ext cx="3424873" cy="1578332"/>
          </a:xfrm>
          <a:prstGeom prst="roundRect">
            <a:avLst>
              <a:gd fmla="val 2816" name="adj"/>
            </a:avLst>
          </a:prstGeom>
          <a:solidFill>
            <a:srgbClr val="FCFBF8"/>
          </a:solidFill>
          <a:ln cap="flat" cmpd="sng" w="12700">
            <a:solidFill>
              <a:srgbClr val="CFCAB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14"/>
          <p:cNvSpPr/>
          <p:nvPr/>
        </p:nvSpPr>
        <p:spPr>
          <a:xfrm>
            <a:off x="8152448" y="3603904"/>
            <a:ext cx="3106574" cy="3631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B2A41"/>
              </a:buClr>
              <a:buSzPts val="1900"/>
              <a:buFont typeface="IBM Plex Sans"/>
              <a:buNone/>
            </a:pPr>
            <a:r>
              <a:rPr b="1" i="0" lang="en-US" sz="1900" u="none" cap="none" strike="noStrike">
                <a:solidFill>
                  <a:srgbClr val="1B2A41"/>
                </a:solidFill>
                <a:latin typeface="IBM Plex Sans"/>
                <a:ea typeface="IBM Plex Sans"/>
                <a:cs typeface="IBM Plex Sans"/>
                <a:sym typeface="IBM Plex Sans"/>
              </a:rPr>
              <a:t>Nota de release</a:t>
            </a:r>
            <a:endParaRPr b="0" i="0" sz="1900" u="none" cap="none" strike="noStrike">
              <a:solidFill>
                <a:schemeClr val="dk1"/>
              </a:solidFill>
              <a:latin typeface="IBM Plex Sans"/>
              <a:ea typeface="IBM Plex Sans"/>
              <a:cs typeface="IBM Plex Sans"/>
              <a:sym typeface="IBM Plex Sans"/>
            </a:endParaRPr>
          </a:p>
        </p:txBody>
      </p:sp>
      <p:sp>
        <p:nvSpPr>
          <p:cNvPr id="370" name="Google Shape;370;p14"/>
          <p:cNvSpPr/>
          <p:nvPr/>
        </p:nvSpPr>
        <p:spPr>
          <a:xfrm>
            <a:off x="8152448" y="4030507"/>
            <a:ext cx="3106574" cy="5207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4B5563"/>
              </a:buClr>
              <a:buSzPts val="1500"/>
              <a:buFont typeface="IBM Plex Sans"/>
              <a:buNone/>
            </a:pPr>
            <a:r>
              <a:rPr b="0" i="0" lang="en-US" sz="1500" u="none" cap="none" strike="noStrike">
                <a:solidFill>
                  <a:srgbClr val="4B5563"/>
                </a:solidFill>
                <a:latin typeface="IBM Plex Sans"/>
                <a:ea typeface="IBM Plex Sans"/>
                <a:cs typeface="IBM Plex Sans"/>
                <a:sym typeface="IBM Plex Sans"/>
              </a:rPr>
              <a:t>Qué cambió, problemas conocidos y cómo volver</a:t>
            </a:r>
            <a:endParaRPr b="0" i="0" sz="1500" u="none" cap="none" strike="noStrike">
              <a:solidFill>
                <a:schemeClr val="dk1"/>
              </a:solidFill>
              <a:latin typeface="IBM Plex Sans"/>
              <a:ea typeface="IBM Plex Sans"/>
              <a:cs typeface="IBM Plex Sans"/>
              <a:sym typeface="IBM Plex Sans"/>
            </a:endParaRPr>
          </a:p>
        </p:txBody>
      </p:sp>
      <p:sp>
        <p:nvSpPr>
          <p:cNvPr id="371" name="Google Shape;371;p14"/>
          <p:cNvSpPr/>
          <p:nvPr/>
        </p:nvSpPr>
        <p:spPr>
          <a:xfrm>
            <a:off x="812721" y="6238280"/>
            <a:ext cx="7194469" cy="2387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E6673"/>
              </a:buClr>
              <a:buSzPts val="1200"/>
              <a:buFont typeface="IBM Plex Sans"/>
              <a:buNone/>
            </a:pPr>
            <a:r>
              <a:rPr b="0" i="0" lang="en-US" sz="1200" u="none" cap="none" strike="noStrike">
                <a:solidFill>
                  <a:srgbClr val="5E6673"/>
                </a:solidFill>
                <a:latin typeface="IBM Plex Sans"/>
                <a:ea typeface="IBM Plex Sans"/>
                <a:cs typeface="IBM Plex Sans"/>
                <a:sym typeface="IBM Plex Sans"/>
              </a:rPr>
              <a:t>UTN FRC · Ingeniería y Calidad de Software · 4K3 · Grupo 13</a:t>
            </a:r>
            <a:endParaRPr b="0" i="0" sz="1200" u="none" cap="none" strike="noStrike">
              <a:solidFill>
                <a:schemeClr val="dk1"/>
              </a:solidFill>
              <a:latin typeface="IBM Plex Sans"/>
              <a:ea typeface="IBM Plex Sans"/>
              <a:cs typeface="IBM Plex Sans"/>
              <a:sym typeface="IBM Plex Sans"/>
            </a:endParaRPr>
          </a:p>
        </p:txBody>
      </p:sp>
      <p:sp>
        <p:nvSpPr>
          <p:cNvPr id="372" name="Google Shape;372;p14"/>
          <p:cNvSpPr/>
          <p:nvPr/>
        </p:nvSpPr>
        <p:spPr>
          <a:xfrm>
            <a:off x="8632270" y="6238280"/>
            <a:ext cx="2747010" cy="23876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5E6673"/>
              </a:buClr>
              <a:buSzPts val="1200"/>
              <a:buFont typeface="IBM Plex Sans"/>
              <a:buNone/>
            </a:pPr>
            <a:r>
              <a:rPr b="0" i="0" lang="en-US" sz="1200" u="none" cap="none" strike="noStrike">
                <a:solidFill>
                  <a:srgbClr val="5E6673"/>
                </a:solidFill>
                <a:latin typeface="IBM Plex Sans"/>
                <a:ea typeface="IBM Plex Sans"/>
                <a:cs typeface="IBM Plex Sans"/>
                <a:sym typeface="IBM Plex Sans"/>
              </a:rPr>
              <a:t>Desarrollo · 11 / 17</a:t>
            </a:r>
            <a:endParaRPr b="0" i="0" sz="1200" u="none" cap="none" strike="noStrike">
              <a:solidFill>
                <a:schemeClr val="dk1"/>
              </a:solidFill>
              <a:latin typeface="IBM Plex Sans"/>
              <a:ea typeface="IBM Plex Sans"/>
              <a:cs typeface="IBM Plex Sans"/>
              <a:sym typeface="IBM Plex Sans"/>
            </a:endParaRPr>
          </a:p>
        </p:txBody>
      </p:sp>
      <p:sp>
        <p:nvSpPr>
          <p:cNvPr id="9021" name="Corr 9021"/>
          <p:cNvSpPr/>
          <p:nvPr/>
        </p:nvSpPr>
        <p:spPr>
          <a:xfrm>
            <a:off x="812800" y="5181600"/>
            <a:ext cx="10566400" cy="6096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b="1" i="0" lang="es-AR" sz="1600" u="none" cap="none" strike="noStrike">
                <a:solidFill>
                  <a:srgbClr val="1B2A41"/>
                </a:solidFill>
                <a:latin typeface="IBM Plex Sans"/>
                <a:ea typeface="IBM Plex Sans"/>
                <a:cs typeface="IBM Plex Sans"/>
                <a:sym typeface="IBM Plex Sans"/>
              </a:rPr>
              <a:t>La línea base no es la versión del modelo: </a:t>
            </a:r>
            <a:r>
              <a:rPr b="0" i="0" lang="es-AR" sz="1600" u="none" cap="none" strike="noStrike">
                <a:solidFill>
                  <a:srgbClr val="1B2A41"/>
                </a:solidFill>
                <a:latin typeface="IBM Plex Sans"/>
                <a:ea typeface="IBM Plex Sans"/>
                <a:cs typeface="IBM Plex Sans"/>
                <a:sym typeface="IBM Plex Sans"/>
              </a:rPr>
              <a:t>es el conjunto de ítems aprobados, cada uno con su versión, identificado con una etiqueta.</a:t>
            </a: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2"/>
        </a:solidFill>
      </p:bgPr>
    </p:bg>
    <p:spTree>
      <p:nvGrpSpPr>
        <p:cNvPr id="377" name="Shape 377"/>
        <p:cNvGrpSpPr/>
        <p:nvPr/>
      </p:nvGrpSpPr>
      <p:grpSpPr>
        <a:xfrm>
          <a:off x="0" y="0"/>
          <a:ext cx="0" cy="0"/>
          <a:chOff x="0" y="0"/>
          <a:chExt cx="0" cy="0"/>
        </a:xfrm>
      </p:grpSpPr>
      <p:sp>
        <p:nvSpPr>
          <p:cNvPr id="378" name="Google Shape;378;p15"/>
          <p:cNvSpPr txBox="1"/>
          <p:nvPr>
            <p:ph type="title"/>
          </p:nvPr>
        </p:nvSpPr>
        <p:spPr>
          <a:xfrm>
            <a:off x="812721" y="711163"/>
            <a:ext cx="10883556" cy="4445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B2A41"/>
              </a:buClr>
              <a:buSzPts val="3000"/>
              <a:buFont typeface="IBM Plex Sans"/>
              <a:buNone/>
            </a:pPr>
            <a:r>
              <a:rPr b="1" i="0" lang="en-US" sz="3000">
                <a:solidFill>
                  <a:srgbClr val="1B2A41"/>
                </a:solidFill>
                <a:latin typeface="IBM Plex Sans"/>
                <a:ea typeface="IBM Plex Sans"/>
                <a:cs typeface="IBM Plex Sans"/>
                <a:sym typeface="IBM Plex Sans"/>
              </a:rPr>
              <a:t>Seguridad en el despliegue</a:t>
            </a:r>
            <a:endParaRPr sz="3000"/>
          </a:p>
        </p:txBody>
      </p:sp>
      <p:sp>
        <p:nvSpPr>
          <p:cNvPr id="379" name="Google Shape;379;p15"/>
          <p:cNvSpPr/>
          <p:nvPr/>
        </p:nvSpPr>
        <p:spPr>
          <a:xfrm>
            <a:off x="819071" y="1365213"/>
            <a:ext cx="3424873" cy="1757164"/>
          </a:xfrm>
          <a:prstGeom prst="roundRect">
            <a:avLst>
              <a:gd fmla="val 2530" name="adj"/>
            </a:avLst>
          </a:prstGeom>
          <a:solidFill>
            <a:srgbClr val="FCFBF8"/>
          </a:solidFill>
          <a:ln cap="flat" cmpd="sng" w="12700">
            <a:solidFill>
              <a:srgbClr val="CFCAB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ock" id="380" name="Google Shape;380;p15"/>
          <p:cNvPicPr preferRelativeResize="0"/>
          <p:nvPr/>
        </p:nvPicPr>
        <p:blipFill rotWithShape="1">
          <a:blip r:embed="rId3">
            <a:alphaModFix/>
          </a:blip>
          <a:srcRect b="0" l="0" r="0" t="0"/>
          <a:stretch/>
        </p:blipFill>
        <p:spPr>
          <a:xfrm>
            <a:off x="1023461" y="1569603"/>
            <a:ext cx="406360" cy="406360"/>
          </a:xfrm>
          <a:prstGeom prst="rect">
            <a:avLst/>
          </a:prstGeom>
          <a:noFill/>
          <a:ln>
            <a:noFill/>
          </a:ln>
        </p:spPr>
      </p:pic>
      <p:sp>
        <p:nvSpPr>
          <p:cNvPr id="381" name="Google Shape;381;p15"/>
          <p:cNvSpPr/>
          <p:nvPr/>
        </p:nvSpPr>
        <p:spPr>
          <a:xfrm>
            <a:off x="1023461" y="2064786"/>
            <a:ext cx="3106574" cy="3454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B2A41"/>
              </a:buClr>
              <a:buSzPts val="1800"/>
              <a:buFont typeface="IBM Plex Sans"/>
              <a:buNone/>
            </a:pPr>
            <a:r>
              <a:rPr b="1" i="0" lang="en-US" sz="1800" u="none" cap="none" strike="noStrike">
                <a:solidFill>
                  <a:srgbClr val="1B2A41"/>
                </a:solidFill>
                <a:latin typeface="IBM Plex Sans"/>
                <a:ea typeface="IBM Plex Sans"/>
                <a:cs typeface="IBM Plex Sans"/>
                <a:sym typeface="IBM Plex Sans"/>
              </a:rPr>
              <a:t>Accesos mínimos</a:t>
            </a:r>
            <a:endParaRPr b="0" i="0" sz="1800" u="none" cap="none" strike="noStrike">
              <a:solidFill>
                <a:schemeClr val="dk1"/>
              </a:solidFill>
              <a:latin typeface="IBM Plex Sans"/>
              <a:ea typeface="IBM Plex Sans"/>
              <a:cs typeface="IBM Plex Sans"/>
              <a:sym typeface="IBM Plex Sans"/>
            </a:endParaRPr>
          </a:p>
        </p:txBody>
      </p:sp>
      <p:sp>
        <p:nvSpPr>
          <p:cNvPr id="382" name="Google Shape;382;p15"/>
          <p:cNvSpPr/>
          <p:nvPr/>
        </p:nvSpPr>
        <p:spPr>
          <a:xfrm>
            <a:off x="1023461" y="2473647"/>
            <a:ext cx="3106574" cy="469741"/>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563"/>
              </a:buClr>
              <a:buSzPts val="1400"/>
              <a:buFont typeface="IBM Plex Sans"/>
              <a:buNone/>
            </a:pPr>
            <a:r>
              <a:rPr b="0" i="0" lang="en-US" sz="1400" u="none" cap="none" strike="noStrike">
                <a:solidFill>
                  <a:srgbClr val="4B5563"/>
                </a:solidFill>
                <a:latin typeface="IBM Plex Sans"/>
                <a:ea typeface="IBM Plex Sans"/>
                <a:cs typeface="IBM Plex Sans"/>
                <a:sym typeface="IBM Plex Sans"/>
              </a:rPr>
              <a:t>Cada rol accede solo a lo que necesita</a:t>
            </a:r>
            <a:endParaRPr b="0" i="0" sz="1400" u="none" cap="none" strike="noStrike">
              <a:solidFill>
                <a:schemeClr val="dk1"/>
              </a:solidFill>
              <a:latin typeface="IBM Plex Sans"/>
              <a:ea typeface="IBM Plex Sans"/>
              <a:cs typeface="IBM Plex Sans"/>
              <a:sym typeface="IBM Plex Sans"/>
            </a:endParaRPr>
          </a:p>
        </p:txBody>
      </p:sp>
      <p:sp>
        <p:nvSpPr>
          <p:cNvPr id="383" name="Google Shape;383;p15"/>
          <p:cNvSpPr/>
          <p:nvPr/>
        </p:nvSpPr>
        <p:spPr>
          <a:xfrm>
            <a:off x="4383564" y="1365213"/>
            <a:ext cx="3424873" cy="1757164"/>
          </a:xfrm>
          <a:prstGeom prst="roundRect">
            <a:avLst>
              <a:gd fmla="val 2530" name="adj"/>
            </a:avLst>
          </a:prstGeom>
          <a:solidFill>
            <a:srgbClr val="FCFBF8"/>
          </a:solidFill>
          <a:ln cap="flat" cmpd="sng" w="12700">
            <a:solidFill>
              <a:srgbClr val="CFCAB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Database" id="384" name="Google Shape;384;p15"/>
          <p:cNvPicPr preferRelativeResize="0"/>
          <p:nvPr/>
        </p:nvPicPr>
        <p:blipFill rotWithShape="1">
          <a:blip r:embed="rId4">
            <a:alphaModFix/>
          </a:blip>
          <a:srcRect b="0" l="0" r="0" t="0"/>
          <a:stretch/>
        </p:blipFill>
        <p:spPr>
          <a:xfrm>
            <a:off x="4587954" y="1569603"/>
            <a:ext cx="406360" cy="406360"/>
          </a:xfrm>
          <a:prstGeom prst="rect">
            <a:avLst/>
          </a:prstGeom>
          <a:noFill/>
          <a:ln>
            <a:noFill/>
          </a:ln>
        </p:spPr>
      </p:pic>
      <p:sp>
        <p:nvSpPr>
          <p:cNvPr id="385" name="Google Shape;385;p15"/>
          <p:cNvSpPr/>
          <p:nvPr/>
        </p:nvSpPr>
        <p:spPr>
          <a:xfrm>
            <a:off x="4587954" y="2064786"/>
            <a:ext cx="3106574" cy="3454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B2A41"/>
              </a:buClr>
              <a:buSzPts val="1800"/>
              <a:buFont typeface="IBM Plex Sans"/>
              <a:buNone/>
            </a:pPr>
            <a:r>
              <a:rPr b="1" i="0" lang="en-US" sz="1800" u="none" cap="none" strike="noStrike">
                <a:solidFill>
                  <a:srgbClr val="1B2A41"/>
                </a:solidFill>
                <a:latin typeface="IBM Plex Sans"/>
                <a:ea typeface="IBM Plex Sans"/>
                <a:cs typeface="IBM Plex Sans"/>
                <a:sym typeface="IBM Plex Sans"/>
              </a:rPr>
              <a:t>Entornos separados</a:t>
            </a:r>
            <a:endParaRPr b="0" i="0" sz="1800" u="none" cap="none" strike="noStrike">
              <a:solidFill>
                <a:schemeClr val="dk1"/>
              </a:solidFill>
              <a:latin typeface="IBM Plex Sans"/>
              <a:ea typeface="IBM Plex Sans"/>
              <a:cs typeface="IBM Plex Sans"/>
              <a:sym typeface="IBM Plex Sans"/>
            </a:endParaRPr>
          </a:p>
        </p:txBody>
      </p:sp>
      <p:sp>
        <p:nvSpPr>
          <p:cNvPr id="386" name="Google Shape;386;p15"/>
          <p:cNvSpPr/>
          <p:nvPr/>
        </p:nvSpPr>
        <p:spPr>
          <a:xfrm>
            <a:off x="4587954" y="2473647"/>
            <a:ext cx="3106574" cy="469741"/>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563"/>
              </a:buClr>
              <a:buSzPts val="1400"/>
              <a:buFont typeface="IBM Plex Sans"/>
              <a:buNone/>
            </a:pPr>
            <a:r>
              <a:rPr b="0" i="0" lang="en-US" sz="1400" u="none" cap="none" strike="noStrike">
                <a:solidFill>
                  <a:srgbClr val="4B5563"/>
                </a:solidFill>
                <a:latin typeface="IBM Plex Sans"/>
                <a:ea typeface="IBM Plex Sans"/>
                <a:cs typeface="IBM Plex Sans"/>
                <a:sym typeface="IBM Plex Sans"/>
              </a:rPr>
              <a:t>Datos enmascarados fuera de producción</a:t>
            </a:r>
            <a:endParaRPr b="0" i="0" sz="1400" u="none" cap="none" strike="noStrike">
              <a:solidFill>
                <a:schemeClr val="dk1"/>
              </a:solidFill>
              <a:latin typeface="IBM Plex Sans"/>
              <a:ea typeface="IBM Plex Sans"/>
              <a:cs typeface="IBM Plex Sans"/>
              <a:sym typeface="IBM Plex Sans"/>
            </a:endParaRPr>
          </a:p>
        </p:txBody>
      </p:sp>
      <p:sp>
        <p:nvSpPr>
          <p:cNvPr id="387" name="Google Shape;387;p15"/>
          <p:cNvSpPr/>
          <p:nvPr/>
        </p:nvSpPr>
        <p:spPr>
          <a:xfrm>
            <a:off x="7948057" y="1365213"/>
            <a:ext cx="3424873" cy="1757164"/>
          </a:xfrm>
          <a:prstGeom prst="roundRect">
            <a:avLst>
              <a:gd fmla="val 2530" name="adj"/>
            </a:avLst>
          </a:prstGeom>
          <a:solidFill>
            <a:srgbClr val="FCFBF8"/>
          </a:solidFill>
          <a:ln cap="flat" cmpd="sng" w="12700">
            <a:solidFill>
              <a:srgbClr val="CFCAB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Verified" id="388" name="Google Shape;388;p15"/>
          <p:cNvPicPr preferRelativeResize="0"/>
          <p:nvPr/>
        </p:nvPicPr>
        <p:blipFill rotWithShape="1">
          <a:blip r:embed="rId5">
            <a:alphaModFix/>
          </a:blip>
          <a:srcRect b="0" l="0" r="0" t="0"/>
          <a:stretch/>
        </p:blipFill>
        <p:spPr>
          <a:xfrm>
            <a:off x="8152448" y="1569603"/>
            <a:ext cx="406360" cy="406360"/>
          </a:xfrm>
          <a:prstGeom prst="rect">
            <a:avLst/>
          </a:prstGeom>
          <a:noFill/>
          <a:ln>
            <a:noFill/>
          </a:ln>
        </p:spPr>
      </p:pic>
      <p:sp>
        <p:nvSpPr>
          <p:cNvPr id="389" name="Google Shape;389;p15"/>
          <p:cNvSpPr/>
          <p:nvPr/>
        </p:nvSpPr>
        <p:spPr>
          <a:xfrm>
            <a:off x="8152448" y="2064786"/>
            <a:ext cx="3106574" cy="3454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B2A41"/>
              </a:buClr>
              <a:buSzPts val="1800"/>
              <a:buFont typeface="IBM Plex Sans"/>
              <a:buNone/>
            </a:pPr>
            <a:r>
              <a:rPr b="1" i="0" lang="en-US" sz="1800" u="none" cap="none" strike="noStrike">
                <a:solidFill>
                  <a:srgbClr val="1B2A41"/>
                </a:solidFill>
                <a:latin typeface="IBM Plex Sans"/>
                <a:ea typeface="IBM Plex Sans"/>
                <a:cs typeface="IBM Plex Sans"/>
                <a:sym typeface="IBM Plex Sans"/>
              </a:rPr>
              <a:t>Artefacto íntegro</a:t>
            </a:r>
            <a:endParaRPr b="0" i="0" sz="1800" u="none" cap="none" strike="noStrike">
              <a:solidFill>
                <a:schemeClr val="dk1"/>
              </a:solidFill>
              <a:latin typeface="IBM Plex Sans"/>
              <a:ea typeface="IBM Plex Sans"/>
              <a:cs typeface="IBM Plex Sans"/>
              <a:sym typeface="IBM Plex Sans"/>
            </a:endParaRPr>
          </a:p>
        </p:txBody>
      </p:sp>
      <p:sp>
        <p:nvSpPr>
          <p:cNvPr id="390" name="Google Shape;390;p15"/>
          <p:cNvSpPr/>
          <p:nvPr/>
        </p:nvSpPr>
        <p:spPr>
          <a:xfrm>
            <a:off x="8152448" y="2473647"/>
            <a:ext cx="3106574" cy="247571"/>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563"/>
              </a:buClr>
              <a:buSzPts val="1400"/>
              <a:buFont typeface="IBM Plex Sans"/>
              <a:buNone/>
            </a:pPr>
            <a:r>
              <a:rPr b="0" i="0" lang="en-US" sz="1400" u="none" cap="none" strike="noStrike">
                <a:solidFill>
                  <a:srgbClr val="4B5563"/>
                </a:solidFill>
                <a:latin typeface="IBM Plex Sans"/>
                <a:ea typeface="IBM Plex Sans"/>
                <a:cs typeface="IBM Plex Sans"/>
                <a:sym typeface="IBM Plex Sans"/>
              </a:rPr>
              <a:t>Versión y digest registrados</a:t>
            </a:r>
            <a:endParaRPr b="0" i="0" sz="1400" u="none" cap="none" strike="noStrike">
              <a:solidFill>
                <a:schemeClr val="dk1"/>
              </a:solidFill>
              <a:latin typeface="IBM Plex Sans"/>
              <a:ea typeface="IBM Plex Sans"/>
              <a:cs typeface="IBM Plex Sans"/>
              <a:sym typeface="IBM Plex Sans"/>
            </a:endParaRPr>
          </a:p>
        </p:txBody>
      </p:sp>
      <p:sp>
        <p:nvSpPr>
          <p:cNvPr id="391" name="Google Shape;391;p15"/>
          <p:cNvSpPr/>
          <p:nvPr/>
        </p:nvSpPr>
        <p:spPr>
          <a:xfrm>
            <a:off x="819071" y="3261996"/>
            <a:ext cx="3424873" cy="1757164"/>
          </a:xfrm>
          <a:prstGeom prst="roundRect">
            <a:avLst>
              <a:gd fmla="val 2530" name="adj"/>
            </a:avLst>
          </a:prstGeom>
          <a:solidFill>
            <a:srgbClr val="FCFBF8"/>
          </a:solidFill>
          <a:ln cap="flat" cmpd="sng" w="12700">
            <a:solidFill>
              <a:srgbClr val="CFCAB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lock" id="392" name="Google Shape;392;p15"/>
          <p:cNvPicPr preferRelativeResize="0"/>
          <p:nvPr/>
        </p:nvPicPr>
        <p:blipFill rotWithShape="1">
          <a:blip r:embed="rId6">
            <a:alphaModFix/>
          </a:blip>
          <a:srcRect b="0" l="0" r="0" t="0"/>
          <a:stretch/>
        </p:blipFill>
        <p:spPr>
          <a:xfrm>
            <a:off x="1023461" y="3466387"/>
            <a:ext cx="406360" cy="406360"/>
          </a:xfrm>
          <a:prstGeom prst="rect">
            <a:avLst/>
          </a:prstGeom>
          <a:noFill/>
          <a:ln>
            <a:noFill/>
          </a:ln>
        </p:spPr>
      </p:pic>
      <p:sp>
        <p:nvSpPr>
          <p:cNvPr id="393" name="Google Shape;393;p15"/>
          <p:cNvSpPr/>
          <p:nvPr/>
        </p:nvSpPr>
        <p:spPr>
          <a:xfrm>
            <a:off x="1023461" y="3961569"/>
            <a:ext cx="3106574" cy="3454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B2A41"/>
              </a:buClr>
              <a:buSzPts val="1800"/>
              <a:buFont typeface="IBM Plex Sans"/>
              <a:buNone/>
            </a:pPr>
            <a:r>
              <a:rPr b="1" i="0" lang="en-US" sz="1800" u="none" cap="none" strike="noStrike">
                <a:solidFill>
                  <a:srgbClr val="1B2A41"/>
                </a:solidFill>
                <a:latin typeface="IBM Plex Sans"/>
                <a:ea typeface="IBM Plex Sans"/>
                <a:cs typeface="IBM Plex Sans"/>
                <a:sym typeface="IBM Plex Sans"/>
              </a:rPr>
              <a:t>Cambios trazables</a:t>
            </a:r>
            <a:endParaRPr b="0" i="0" sz="1800" u="none" cap="none" strike="noStrike">
              <a:solidFill>
                <a:schemeClr val="dk1"/>
              </a:solidFill>
              <a:latin typeface="IBM Plex Sans"/>
              <a:ea typeface="IBM Plex Sans"/>
              <a:cs typeface="IBM Plex Sans"/>
              <a:sym typeface="IBM Plex Sans"/>
            </a:endParaRPr>
          </a:p>
        </p:txBody>
      </p:sp>
      <p:sp>
        <p:nvSpPr>
          <p:cNvPr id="394" name="Google Shape;394;p15"/>
          <p:cNvSpPr/>
          <p:nvPr/>
        </p:nvSpPr>
        <p:spPr>
          <a:xfrm>
            <a:off x="1023461" y="4370431"/>
            <a:ext cx="3214132" cy="247571"/>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563"/>
              </a:buClr>
              <a:buSzPts val="1400"/>
              <a:buFont typeface="IBM Plex Sans"/>
              <a:buNone/>
            </a:pPr>
            <a:r>
              <a:rPr b="0" i="0" lang="en-US" sz="1400" u="none" cap="none" strike="noStrike">
                <a:solidFill>
                  <a:srgbClr val="4B5563"/>
                </a:solidFill>
                <a:latin typeface="IBM Plex Sans"/>
                <a:ea typeface="IBM Plex Sans"/>
                <a:cs typeface="IBM Plex Sans"/>
                <a:sym typeface="IBM Plex Sans"/>
              </a:rPr>
              <a:t>Registrados, aprobados y reversibles</a:t>
            </a:r>
            <a:endParaRPr b="0" i="0" sz="1400" u="none" cap="none" strike="noStrike">
              <a:solidFill>
                <a:schemeClr val="dk1"/>
              </a:solidFill>
              <a:latin typeface="IBM Plex Sans"/>
              <a:ea typeface="IBM Plex Sans"/>
              <a:cs typeface="IBM Plex Sans"/>
              <a:sym typeface="IBM Plex Sans"/>
            </a:endParaRPr>
          </a:p>
        </p:txBody>
      </p:sp>
      <p:sp>
        <p:nvSpPr>
          <p:cNvPr id="395" name="Google Shape;395;p15"/>
          <p:cNvSpPr/>
          <p:nvPr/>
        </p:nvSpPr>
        <p:spPr>
          <a:xfrm>
            <a:off x="4383564" y="3261996"/>
            <a:ext cx="3424873" cy="1757164"/>
          </a:xfrm>
          <a:prstGeom prst="roundRect">
            <a:avLst>
              <a:gd fmla="val 2530" name="adj"/>
            </a:avLst>
          </a:prstGeom>
          <a:solidFill>
            <a:srgbClr val="FCFBF8"/>
          </a:solidFill>
          <a:ln cap="flat" cmpd="sng" w="12700">
            <a:solidFill>
              <a:srgbClr val="CFCAB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Warning" id="396" name="Google Shape;396;p15"/>
          <p:cNvPicPr preferRelativeResize="0"/>
          <p:nvPr/>
        </p:nvPicPr>
        <p:blipFill rotWithShape="1">
          <a:blip r:embed="rId7">
            <a:alphaModFix/>
          </a:blip>
          <a:srcRect b="0" l="0" r="0" t="0"/>
          <a:stretch/>
        </p:blipFill>
        <p:spPr>
          <a:xfrm>
            <a:off x="4587954" y="3466387"/>
            <a:ext cx="406360" cy="406360"/>
          </a:xfrm>
          <a:prstGeom prst="rect">
            <a:avLst/>
          </a:prstGeom>
          <a:noFill/>
          <a:ln>
            <a:noFill/>
          </a:ln>
        </p:spPr>
      </p:pic>
      <p:sp>
        <p:nvSpPr>
          <p:cNvPr id="397" name="Google Shape;397;p15"/>
          <p:cNvSpPr/>
          <p:nvPr/>
        </p:nvSpPr>
        <p:spPr>
          <a:xfrm>
            <a:off x="4587954" y="3961569"/>
            <a:ext cx="3106574" cy="3454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B2A41"/>
              </a:buClr>
              <a:buSzPts val="1800"/>
              <a:buFont typeface="IBM Plex Sans"/>
              <a:buNone/>
            </a:pPr>
            <a:r>
              <a:rPr b="1" i="0" lang="en-US" sz="1800" u="none" cap="none" strike="noStrike">
                <a:solidFill>
                  <a:srgbClr val="1B2A41"/>
                </a:solidFill>
                <a:latin typeface="IBM Plex Sans"/>
                <a:ea typeface="IBM Plex Sans"/>
                <a:cs typeface="IBM Plex Sans"/>
                <a:sym typeface="IBM Plex Sans"/>
              </a:rPr>
              <a:t>Ataques al modelo</a:t>
            </a:r>
            <a:endParaRPr b="0" i="0" sz="1800" u="none" cap="none" strike="noStrike">
              <a:solidFill>
                <a:schemeClr val="dk1"/>
              </a:solidFill>
              <a:latin typeface="IBM Plex Sans"/>
              <a:ea typeface="IBM Plex Sans"/>
              <a:cs typeface="IBM Plex Sans"/>
              <a:sym typeface="IBM Plex Sans"/>
            </a:endParaRPr>
          </a:p>
        </p:txBody>
      </p:sp>
      <p:sp>
        <p:nvSpPr>
          <p:cNvPr id="398" name="Google Shape;398;p15"/>
          <p:cNvSpPr/>
          <p:nvPr/>
        </p:nvSpPr>
        <p:spPr>
          <a:xfrm>
            <a:off x="4587954" y="4370431"/>
            <a:ext cx="3106574" cy="469741"/>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563"/>
              </a:buClr>
              <a:buSzPts val="1400"/>
              <a:buFont typeface="IBM Plex Sans"/>
              <a:buNone/>
            </a:pPr>
            <a:r>
              <a:rPr b="0" i="0" lang="en-US" sz="1400" u="none" cap="none" strike="noStrike">
                <a:solidFill>
                  <a:srgbClr val="4B5563"/>
                </a:solidFill>
                <a:latin typeface="IBM Plex Sans"/>
                <a:ea typeface="IBM Plex Sans"/>
                <a:cs typeface="IBM Plex Sans"/>
                <a:sym typeface="IBM Plex Sans"/>
              </a:rPr>
              <a:t>Evasión, envenenamiento y fuga de datos privados</a:t>
            </a:r>
            <a:endParaRPr b="0" i="0" sz="1400" u="none" cap="none" strike="noStrike">
              <a:solidFill>
                <a:schemeClr val="dk1"/>
              </a:solidFill>
              <a:latin typeface="IBM Plex Sans"/>
              <a:ea typeface="IBM Plex Sans"/>
              <a:cs typeface="IBM Plex Sans"/>
              <a:sym typeface="IBM Plex Sans"/>
            </a:endParaRPr>
          </a:p>
        </p:txBody>
      </p:sp>
      <p:sp>
        <p:nvSpPr>
          <p:cNvPr id="399" name="Google Shape;399;p15"/>
          <p:cNvSpPr/>
          <p:nvPr/>
        </p:nvSpPr>
        <p:spPr>
          <a:xfrm>
            <a:off x="7948057" y="3261996"/>
            <a:ext cx="3424873" cy="1757164"/>
          </a:xfrm>
          <a:prstGeom prst="roundRect">
            <a:avLst>
              <a:gd fmla="val 2530" name="adj"/>
            </a:avLst>
          </a:prstGeom>
          <a:solidFill>
            <a:srgbClr val="FCFBF8"/>
          </a:solidFill>
          <a:ln cap="flat" cmpd="sng" w="12700">
            <a:solidFill>
              <a:srgbClr val="CFCAB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Trust" id="400" name="Google Shape;400;p15"/>
          <p:cNvPicPr preferRelativeResize="0"/>
          <p:nvPr/>
        </p:nvPicPr>
        <p:blipFill rotWithShape="1">
          <a:blip r:embed="rId8">
            <a:alphaModFix/>
          </a:blip>
          <a:srcRect b="0" l="0" r="0" t="0"/>
          <a:stretch/>
        </p:blipFill>
        <p:spPr>
          <a:xfrm>
            <a:off x="8152448" y="3466387"/>
            <a:ext cx="406360" cy="406360"/>
          </a:xfrm>
          <a:prstGeom prst="rect">
            <a:avLst/>
          </a:prstGeom>
          <a:noFill/>
          <a:ln>
            <a:noFill/>
          </a:ln>
        </p:spPr>
      </p:pic>
      <p:sp>
        <p:nvSpPr>
          <p:cNvPr id="401" name="Google Shape;401;p15"/>
          <p:cNvSpPr/>
          <p:nvPr/>
        </p:nvSpPr>
        <p:spPr>
          <a:xfrm>
            <a:off x="8152448" y="3961569"/>
            <a:ext cx="3106574" cy="3454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B2A41"/>
              </a:buClr>
              <a:buSzPts val="1800"/>
              <a:buFont typeface="IBM Plex Sans"/>
              <a:buNone/>
            </a:pPr>
            <a:r>
              <a:rPr b="1" i="0" lang="en-US" sz="1800" u="none" cap="none" strike="noStrike">
                <a:solidFill>
                  <a:srgbClr val="1B2A41"/>
                </a:solidFill>
                <a:latin typeface="IBM Plex Sans"/>
                <a:ea typeface="IBM Plex Sans"/>
                <a:cs typeface="IBM Plex Sans"/>
                <a:sym typeface="IBM Plex Sans"/>
              </a:rPr>
              <a:t>Validación independiente</a:t>
            </a:r>
            <a:endParaRPr b="0" i="0" sz="1800" u="none" cap="none" strike="noStrike">
              <a:solidFill>
                <a:schemeClr val="dk1"/>
              </a:solidFill>
              <a:latin typeface="IBM Plex Sans"/>
              <a:ea typeface="IBM Plex Sans"/>
              <a:cs typeface="IBM Plex Sans"/>
              <a:sym typeface="IBM Plex Sans"/>
            </a:endParaRPr>
          </a:p>
        </p:txBody>
      </p:sp>
      <p:sp>
        <p:nvSpPr>
          <p:cNvPr id="402" name="Google Shape;402;p15"/>
          <p:cNvSpPr/>
          <p:nvPr/>
        </p:nvSpPr>
        <p:spPr>
          <a:xfrm>
            <a:off x="8152448" y="4370431"/>
            <a:ext cx="3106574" cy="469741"/>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B5563"/>
              </a:buClr>
              <a:buSzPts val="1400"/>
              <a:buFont typeface="IBM Plex Sans"/>
              <a:buNone/>
            </a:pPr>
            <a:r>
              <a:rPr b="0" i="0" lang="en-US" sz="1400" u="none" cap="none" strike="noStrike">
                <a:solidFill>
                  <a:srgbClr val="4B5563"/>
                </a:solidFill>
                <a:latin typeface="IBM Plex Sans"/>
                <a:ea typeface="IBM Plex Sans"/>
                <a:cs typeface="IBM Plex Sans"/>
                <a:sym typeface="IBM Plex Sans"/>
              </a:rPr>
              <a:t>Y monitoreo mientras está en producción</a:t>
            </a:r>
            <a:endParaRPr b="0" i="0" sz="1400" u="none" cap="none" strike="noStrike">
              <a:solidFill>
                <a:schemeClr val="dk1"/>
              </a:solidFill>
              <a:latin typeface="IBM Plex Sans"/>
              <a:ea typeface="IBM Plex Sans"/>
              <a:cs typeface="IBM Plex Sans"/>
              <a:sym typeface="IBM Plex Sans"/>
            </a:endParaRPr>
          </a:p>
        </p:txBody>
      </p:sp>
      <p:sp>
        <p:nvSpPr>
          <p:cNvPr id="403" name="Google Shape;403;p15"/>
          <p:cNvSpPr/>
          <p:nvPr/>
        </p:nvSpPr>
        <p:spPr>
          <a:xfrm>
            <a:off x="812721" y="5254110"/>
            <a:ext cx="10883556" cy="256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B5563"/>
              </a:buClr>
              <a:buSzPts val="1300"/>
              <a:buFont typeface="IBM Plex Sans"/>
              <a:buNone/>
            </a:pPr>
            <a:r>
              <a:rPr b="0" i="0" lang="en-US" sz="1300" u="none" cap="none" strike="noStrike">
                <a:solidFill>
                  <a:srgbClr val="4B5563"/>
                </a:solidFill>
                <a:latin typeface="IBM Plex Sans"/>
                <a:ea typeface="IBM Plex Sans"/>
                <a:cs typeface="IBM Plex Sans"/>
                <a:sym typeface="IBM Plex Sans"/>
              </a:rPr>
              <a:t>Basado en las Comunicaciones “A” 7724 y “A” 8471 del BCRA y en NIST AI 100-2 E2025.</a:t>
            </a:r>
            <a:endParaRPr b="0" i="0" sz="1300" u="none" cap="none" strike="noStrike">
              <a:solidFill>
                <a:schemeClr val="dk1"/>
              </a:solidFill>
              <a:latin typeface="IBM Plex Sans"/>
              <a:ea typeface="IBM Plex Sans"/>
              <a:cs typeface="IBM Plex Sans"/>
              <a:sym typeface="IBM Plex Sans"/>
            </a:endParaRPr>
          </a:p>
        </p:txBody>
      </p:sp>
      <p:sp>
        <p:nvSpPr>
          <p:cNvPr id="404" name="Google Shape;404;p15"/>
          <p:cNvSpPr/>
          <p:nvPr/>
        </p:nvSpPr>
        <p:spPr>
          <a:xfrm>
            <a:off x="812721" y="6238286"/>
            <a:ext cx="7194469" cy="2387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E6673"/>
              </a:buClr>
              <a:buSzPts val="1200"/>
              <a:buFont typeface="IBM Plex Sans"/>
              <a:buNone/>
            </a:pPr>
            <a:r>
              <a:rPr b="0" i="0" lang="en-US" sz="1200" u="none" cap="none" strike="noStrike">
                <a:solidFill>
                  <a:srgbClr val="5E6673"/>
                </a:solidFill>
                <a:latin typeface="IBM Plex Sans"/>
                <a:ea typeface="IBM Plex Sans"/>
                <a:cs typeface="IBM Plex Sans"/>
                <a:sym typeface="IBM Plex Sans"/>
              </a:rPr>
              <a:t>UTN FRC · Ingeniería y Calidad de Software · 4K3 · Grupo 13</a:t>
            </a:r>
            <a:endParaRPr b="0" i="0" sz="1200" u="none" cap="none" strike="noStrike">
              <a:solidFill>
                <a:schemeClr val="dk1"/>
              </a:solidFill>
              <a:latin typeface="IBM Plex Sans"/>
              <a:ea typeface="IBM Plex Sans"/>
              <a:cs typeface="IBM Plex Sans"/>
              <a:sym typeface="IBM Plex Sans"/>
            </a:endParaRPr>
          </a:p>
        </p:txBody>
      </p:sp>
      <p:sp>
        <p:nvSpPr>
          <p:cNvPr id="405" name="Google Shape;405;p15"/>
          <p:cNvSpPr/>
          <p:nvPr/>
        </p:nvSpPr>
        <p:spPr>
          <a:xfrm>
            <a:off x="8632270" y="6238286"/>
            <a:ext cx="2747010" cy="23876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5E6673"/>
              </a:buClr>
              <a:buSzPts val="1200"/>
              <a:buFont typeface="IBM Plex Sans"/>
              <a:buNone/>
            </a:pPr>
            <a:r>
              <a:rPr b="0" i="0" lang="en-US" sz="1200" u="none" cap="none" strike="noStrike">
                <a:solidFill>
                  <a:srgbClr val="5E6673"/>
                </a:solidFill>
                <a:latin typeface="IBM Plex Sans"/>
                <a:ea typeface="IBM Plex Sans"/>
                <a:cs typeface="IBM Plex Sans"/>
                <a:sym typeface="IBM Plex Sans"/>
              </a:rPr>
              <a:t>Desarrollo · 12 / 17</a:t>
            </a:r>
            <a:endParaRPr b="0" i="0" sz="1200" u="none" cap="none" strike="noStrike">
              <a:solidFill>
                <a:schemeClr val="dk1"/>
              </a:solidFill>
              <a:latin typeface="IBM Plex Sans"/>
              <a:ea typeface="IBM Plex Sans"/>
              <a:cs typeface="IBM Plex Sans"/>
              <a:sym typeface="IBM Plex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1"/>
        </a:solidFill>
      </p:bgPr>
    </p:bg>
    <p:spTree>
      <p:nvGrpSpPr>
        <p:cNvPr id="410" name="Shape 410"/>
        <p:cNvGrpSpPr/>
        <p:nvPr/>
      </p:nvGrpSpPr>
      <p:grpSpPr>
        <a:xfrm>
          <a:off x="0" y="0"/>
          <a:ext cx="0" cy="0"/>
          <a:chOff x="0" y="0"/>
          <a:chExt cx="0" cy="0"/>
        </a:xfrm>
      </p:grpSpPr>
      <p:sp>
        <p:nvSpPr>
          <p:cNvPr id="411" name="Google Shape;411;p16"/>
          <p:cNvSpPr txBox="1"/>
          <p:nvPr>
            <p:ph type="title"/>
          </p:nvPr>
        </p:nvSpPr>
        <p:spPr>
          <a:xfrm>
            <a:off x="812721" y="711157"/>
            <a:ext cx="10883556" cy="4445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F7F6F2"/>
              </a:buClr>
              <a:buSzPts val="3000"/>
              <a:buFont typeface="IBM Plex Sans"/>
              <a:buNone/>
            </a:pPr>
            <a:r>
              <a:rPr b="1" i="0" lang="en-US" sz="3000">
                <a:solidFill>
                  <a:srgbClr val="F7F6F2"/>
                </a:solidFill>
                <a:latin typeface="IBM Plex Sans"/>
                <a:ea typeface="IBM Plex Sans"/>
                <a:cs typeface="IBM Plex Sans"/>
                <a:sym typeface="IBM Plex Sans"/>
              </a:rPr>
              <a:t>Conclusiones</a:t>
            </a:r>
            <a:endParaRPr sz="3000"/>
          </a:p>
        </p:txBody>
      </p:sp>
      <p:sp>
        <p:nvSpPr>
          <p:cNvPr id="412" name="Google Shape;412;p16"/>
          <p:cNvSpPr/>
          <p:nvPr/>
        </p:nvSpPr>
        <p:spPr>
          <a:xfrm>
            <a:off x="812721" y="1358857"/>
            <a:ext cx="5101590" cy="292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0783A"/>
              </a:buClr>
              <a:buSzPts val="1500"/>
              <a:buFont typeface="IBM Plex Sans"/>
              <a:buNone/>
            </a:pPr>
            <a:r>
              <a:rPr b="1" i="0" lang="en-US" sz="1500" u="none" cap="none" strike="noStrike">
                <a:solidFill>
                  <a:srgbClr val="E0783A"/>
                </a:solidFill>
                <a:latin typeface="IBM Plex Sans"/>
                <a:ea typeface="IBM Plex Sans"/>
                <a:cs typeface="IBM Plex Sans"/>
                <a:sym typeface="IBM Plex Sans"/>
              </a:rPr>
              <a:t>Mensaje central</a:t>
            </a:r>
            <a:endParaRPr b="0" i="0" sz="1500" u="none" cap="none" strike="noStrike">
              <a:solidFill>
                <a:schemeClr val="dk1"/>
              </a:solidFill>
              <a:latin typeface="IBM Plex Sans"/>
              <a:ea typeface="IBM Plex Sans"/>
              <a:cs typeface="IBM Plex Sans"/>
              <a:sym typeface="IBM Plex Sans"/>
            </a:endParaRPr>
          </a:p>
        </p:txBody>
      </p:sp>
      <p:sp>
        <p:nvSpPr>
          <p:cNvPr id="413" name="Google Shape;413;p16"/>
          <p:cNvSpPr/>
          <p:nvPr/>
        </p:nvSpPr>
        <p:spPr>
          <a:xfrm>
            <a:off x="812721" y="1777957"/>
            <a:ext cx="5101590" cy="2070298"/>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F7F6F2"/>
              </a:buClr>
              <a:buSzPts val="2800"/>
              <a:buFont typeface="IBM Plex Sans"/>
              <a:buNone/>
            </a:pPr>
            <a:r>
              <a:rPr b="1" i="0" lang="en-US" sz="2800" u="none" cap="none" strike="noStrike">
                <a:solidFill>
                  <a:srgbClr val="F7F6F2"/>
                </a:solidFill>
                <a:latin typeface="IBM Plex Sans"/>
                <a:ea typeface="IBM Plex Sans"/>
                <a:cs typeface="IBM Plex Sans"/>
                <a:sym typeface="IBM Plex Sans"/>
              </a:rPr>
              <a:t>Un modelo antifraude se reemplaza de a poco: primero en sombra, después con poco tráfico y siempre con la posibilidad de volver atrás.</a:t>
            </a:r>
            <a:endParaRPr b="0" i="0" sz="2800" u="none" cap="none" strike="noStrike">
              <a:solidFill>
                <a:schemeClr val="dk1"/>
              </a:solidFill>
              <a:latin typeface="IBM Plex Sans"/>
              <a:ea typeface="IBM Plex Sans"/>
              <a:cs typeface="IBM Plex Sans"/>
              <a:sym typeface="IBM Plex Sans"/>
            </a:endParaRPr>
          </a:p>
        </p:txBody>
      </p:sp>
      <p:sp>
        <p:nvSpPr>
          <p:cNvPr id="414" name="Google Shape;414;p16"/>
          <p:cNvSpPr/>
          <p:nvPr/>
        </p:nvSpPr>
        <p:spPr>
          <a:xfrm>
            <a:off x="6172081" y="1358857"/>
            <a:ext cx="5363415" cy="292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0783A"/>
              </a:buClr>
              <a:buSzPts val="1500"/>
              <a:buFont typeface="IBM Plex Sans"/>
              <a:buNone/>
            </a:pPr>
            <a:r>
              <a:rPr b="1" i="0" lang="en-US" sz="1500" u="none" cap="none" strike="noStrike">
                <a:solidFill>
                  <a:srgbClr val="E0783A"/>
                </a:solidFill>
                <a:latin typeface="IBM Plex Sans"/>
                <a:ea typeface="IBM Plex Sans"/>
                <a:cs typeface="IBM Plex Sans"/>
                <a:sym typeface="IBM Plex Sans"/>
              </a:rPr>
              <a:t>Aporte del grupo: los umbrales del semáforo</a:t>
            </a:r>
            <a:endParaRPr b="0" i="0" sz="1500" u="none" cap="none" strike="noStrike">
              <a:solidFill>
                <a:schemeClr val="dk1"/>
              </a:solidFill>
              <a:latin typeface="IBM Plex Sans"/>
              <a:ea typeface="IBM Plex Sans"/>
              <a:cs typeface="IBM Plex Sans"/>
              <a:sym typeface="IBM Plex Sans"/>
            </a:endParaRPr>
          </a:p>
        </p:txBody>
      </p:sp>
      <p:sp>
        <p:nvSpPr>
          <p:cNvPr id="415" name="Google Shape;415;p16"/>
          <p:cNvSpPr/>
          <p:nvPr/>
        </p:nvSpPr>
        <p:spPr>
          <a:xfrm>
            <a:off x="6172081" y="1777957"/>
            <a:ext cx="1003221" cy="2653903"/>
          </a:xfrm>
          <a:prstGeom prst="roundRect">
            <a:avLst>
              <a:gd fmla="val 50000" name="adj"/>
            </a:avLst>
          </a:prstGeom>
          <a:solidFill>
            <a:srgbClr val="0E18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16"/>
          <p:cNvSpPr/>
          <p:nvPr/>
        </p:nvSpPr>
        <p:spPr>
          <a:xfrm>
            <a:off x="6324481" y="1930357"/>
            <a:ext cx="698421" cy="698421"/>
          </a:xfrm>
          <a:prstGeom prst="roundRect">
            <a:avLst>
              <a:gd fmla="val 50000" name="adj"/>
            </a:avLst>
          </a:prstGeom>
          <a:solidFill>
            <a:srgbClr val="D645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16"/>
          <p:cNvSpPr/>
          <p:nvPr/>
        </p:nvSpPr>
        <p:spPr>
          <a:xfrm>
            <a:off x="6324481" y="2755702"/>
            <a:ext cx="698421" cy="698421"/>
          </a:xfrm>
          <a:prstGeom prst="roundRect">
            <a:avLst>
              <a:gd fmla="val 50000" name="adj"/>
            </a:avLst>
          </a:prstGeom>
          <a:solidFill>
            <a:srgbClr val="F2A93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16"/>
          <p:cNvSpPr/>
          <p:nvPr/>
        </p:nvSpPr>
        <p:spPr>
          <a:xfrm>
            <a:off x="6324481" y="3581040"/>
            <a:ext cx="698421" cy="698421"/>
          </a:xfrm>
          <a:prstGeom prst="roundRect">
            <a:avLst>
              <a:gd fmla="val 50000" name="adj"/>
            </a:avLst>
          </a:prstGeom>
          <a:solidFill>
            <a:srgbClr val="3BA55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16"/>
          <p:cNvSpPr/>
          <p:nvPr/>
        </p:nvSpPr>
        <p:spPr>
          <a:xfrm>
            <a:off x="7403902" y="1988815"/>
            <a:ext cx="3244906" cy="3454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7F6F2"/>
              </a:buClr>
              <a:buSzPts val="1800"/>
              <a:buFont typeface="IBM Plex Sans"/>
              <a:buNone/>
            </a:pPr>
            <a:r>
              <a:rPr b="1" i="0" lang="en-US" sz="1800" u="none" cap="none" strike="noStrike">
                <a:solidFill>
                  <a:srgbClr val="F7F6F2"/>
                </a:solidFill>
                <a:latin typeface="IBM Plex Sans"/>
                <a:ea typeface="IBM Plex Sans"/>
                <a:cs typeface="IBM Plex Sans"/>
                <a:sym typeface="IBM Plex Sans"/>
              </a:rPr>
              <a:t>Volvemos al modelo anterior</a:t>
            </a:r>
            <a:endParaRPr b="0" i="0" sz="1800" u="none" cap="none" strike="noStrike">
              <a:solidFill>
                <a:schemeClr val="dk1"/>
              </a:solidFill>
              <a:latin typeface="IBM Plex Sans"/>
              <a:ea typeface="IBM Plex Sans"/>
              <a:cs typeface="IBM Plex Sans"/>
              <a:sym typeface="IBM Plex Sans"/>
            </a:endParaRPr>
          </a:p>
        </p:txBody>
      </p:sp>
      <p:sp>
        <p:nvSpPr>
          <p:cNvPr id="420" name="Google Shape;420;p16"/>
          <p:cNvSpPr/>
          <p:nvPr/>
        </p:nvSpPr>
        <p:spPr>
          <a:xfrm>
            <a:off x="7403902" y="2321477"/>
            <a:ext cx="3975100" cy="27424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FC9D9"/>
              </a:buClr>
              <a:buSzPts val="1400"/>
              <a:buFont typeface="IBM Plex Sans"/>
              <a:buNone/>
            </a:pPr>
            <a:r>
              <a:rPr b="0" i="0" lang="en-US" sz="1400" u="none" cap="none" strike="noStrike">
                <a:solidFill>
                  <a:srgbClr val="BFC9D9"/>
                </a:solidFill>
                <a:latin typeface="IBM Plex Sans"/>
                <a:ea typeface="IBM Plex Sans"/>
                <a:cs typeface="IBM Plex Sans"/>
                <a:sym typeface="IBM Plex Sans"/>
              </a:rPr>
              <a:t>Falla técnica o bloqueos fuera de ±20 %</a:t>
            </a:r>
            <a:endParaRPr b="0" i="0" sz="1400" u="none" cap="none" strike="noStrike">
              <a:solidFill>
                <a:schemeClr val="dk1"/>
              </a:solidFill>
              <a:latin typeface="IBM Plex Sans"/>
              <a:ea typeface="IBM Plex Sans"/>
              <a:cs typeface="IBM Plex Sans"/>
              <a:sym typeface="IBM Plex Sans"/>
            </a:endParaRPr>
          </a:p>
        </p:txBody>
      </p:sp>
      <p:sp>
        <p:nvSpPr>
          <p:cNvPr id="421" name="Google Shape;421;p16"/>
          <p:cNvSpPr/>
          <p:nvPr/>
        </p:nvSpPr>
        <p:spPr>
          <a:xfrm>
            <a:off x="7403902" y="2814160"/>
            <a:ext cx="3244906" cy="3454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7F6F2"/>
              </a:buClr>
              <a:buSzPts val="1800"/>
              <a:buFont typeface="IBM Plex Sans"/>
              <a:buNone/>
            </a:pPr>
            <a:r>
              <a:rPr b="1" i="0" lang="en-US" sz="1800" u="none" cap="none" strike="noStrike">
                <a:solidFill>
                  <a:srgbClr val="F7F6F2"/>
                </a:solidFill>
                <a:latin typeface="IBM Plex Sans"/>
                <a:ea typeface="IBM Plex Sans"/>
                <a:cs typeface="IBM Plex Sans"/>
                <a:sym typeface="IBM Plex Sans"/>
              </a:rPr>
              <a:t>Esperamos y analizamos</a:t>
            </a:r>
            <a:endParaRPr b="0" i="0" sz="1800" u="none" cap="none" strike="noStrike">
              <a:solidFill>
                <a:schemeClr val="dk1"/>
              </a:solidFill>
              <a:latin typeface="IBM Plex Sans"/>
              <a:ea typeface="IBM Plex Sans"/>
              <a:cs typeface="IBM Plex Sans"/>
              <a:sym typeface="IBM Plex Sans"/>
            </a:endParaRPr>
          </a:p>
        </p:txBody>
      </p:sp>
      <p:sp>
        <p:nvSpPr>
          <p:cNvPr id="422" name="Google Shape;422;p16"/>
          <p:cNvSpPr/>
          <p:nvPr/>
        </p:nvSpPr>
        <p:spPr>
          <a:xfrm>
            <a:off x="7403902" y="3146822"/>
            <a:ext cx="3975100" cy="27424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FC9D9"/>
              </a:buClr>
              <a:buSzPts val="1400"/>
              <a:buFont typeface="IBM Plex Sans"/>
              <a:buNone/>
            </a:pPr>
            <a:r>
              <a:rPr b="0" i="0" lang="en-US" sz="1400" u="none" cap="none" strike="noStrike">
                <a:solidFill>
                  <a:srgbClr val="BFC9D9"/>
                </a:solidFill>
                <a:latin typeface="IBM Plex Sans"/>
                <a:ea typeface="IBM Plex Sans"/>
                <a:cs typeface="IBM Plex Sans"/>
                <a:sym typeface="IBM Plex Sans"/>
              </a:rPr>
              <a:t>Bloqueos entre ±10 y ±20 % frente a v1</a:t>
            </a:r>
            <a:endParaRPr b="0" i="0" sz="1400" u="none" cap="none" strike="noStrike">
              <a:solidFill>
                <a:schemeClr val="dk1"/>
              </a:solidFill>
              <a:latin typeface="IBM Plex Sans"/>
              <a:ea typeface="IBM Plex Sans"/>
              <a:cs typeface="IBM Plex Sans"/>
              <a:sym typeface="IBM Plex Sans"/>
            </a:endParaRPr>
          </a:p>
        </p:txBody>
      </p:sp>
      <p:sp>
        <p:nvSpPr>
          <p:cNvPr id="423" name="Google Shape;423;p16"/>
          <p:cNvSpPr/>
          <p:nvPr/>
        </p:nvSpPr>
        <p:spPr>
          <a:xfrm>
            <a:off x="7403902" y="3639499"/>
            <a:ext cx="3780473" cy="3454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7F6F2"/>
              </a:buClr>
              <a:buSzPts val="1800"/>
              <a:buFont typeface="IBM Plex Sans"/>
              <a:buNone/>
            </a:pPr>
            <a:r>
              <a:rPr b="1" i="0" lang="en-US" sz="1800" u="none" cap="none" strike="noStrike">
                <a:solidFill>
                  <a:srgbClr val="F7F6F2"/>
                </a:solidFill>
                <a:latin typeface="IBM Plex Sans"/>
                <a:ea typeface="IBM Plex Sans"/>
                <a:cs typeface="IBM Plex Sans"/>
                <a:sym typeface="IBM Plex Sans"/>
              </a:rPr>
              <a:t>Seguimos a la etapa siguiente</a:t>
            </a:r>
            <a:endParaRPr b="0" i="0" sz="1800" u="none" cap="none" strike="noStrike">
              <a:solidFill>
                <a:schemeClr val="dk1"/>
              </a:solidFill>
              <a:latin typeface="IBM Plex Sans"/>
              <a:ea typeface="IBM Plex Sans"/>
              <a:cs typeface="IBM Plex Sans"/>
              <a:sym typeface="IBM Plex Sans"/>
            </a:endParaRPr>
          </a:p>
        </p:txBody>
      </p:sp>
      <p:sp>
        <p:nvSpPr>
          <p:cNvPr id="424" name="Google Shape;424;p16"/>
          <p:cNvSpPr/>
          <p:nvPr/>
        </p:nvSpPr>
        <p:spPr>
          <a:xfrm>
            <a:off x="7403902" y="3972161"/>
            <a:ext cx="3975100" cy="27424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FC9D9"/>
              </a:buClr>
              <a:buSzPts val="1400"/>
              <a:buFont typeface="IBM Plex Sans"/>
              <a:buNone/>
            </a:pPr>
            <a:r>
              <a:rPr b="0" i="0" lang="en-US" sz="1400" u="none" cap="none" strike="noStrike">
                <a:solidFill>
                  <a:srgbClr val="BFC9D9"/>
                </a:solidFill>
                <a:latin typeface="IBM Plex Sans"/>
                <a:ea typeface="IBM Plex Sans"/>
                <a:cs typeface="IBM Plex Sans"/>
                <a:sym typeface="IBM Plex Sans"/>
              </a:rPr>
              <a:t>Todo dentro de los umbrales</a:t>
            </a:r>
            <a:endParaRPr b="0" i="0" sz="1400" u="none" cap="none" strike="noStrike">
              <a:solidFill>
                <a:schemeClr val="dk1"/>
              </a:solidFill>
              <a:latin typeface="IBM Plex Sans"/>
              <a:ea typeface="IBM Plex Sans"/>
              <a:cs typeface="IBM Plex Sans"/>
              <a:sym typeface="IBM Plex Sans"/>
            </a:endParaRPr>
          </a:p>
        </p:txBody>
      </p:sp>
      <p:sp>
        <p:nvSpPr>
          <p:cNvPr id="425" name="Google Shape;425;p16"/>
          <p:cNvSpPr/>
          <p:nvPr/>
        </p:nvSpPr>
        <p:spPr>
          <a:xfrm>
            <a:off x="6172081" y="4584260"/>
            <a:ext cx="5363415" cy="718344"/>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BFC9D9"/>
              </a:buClr>
              <a:buSzPts val="1400"/>
              <a:buFont typeface="IBM Plex Sans"/>
              <a:buNone/>
            </a:pPr>
            <a:r>
              <a:rPr b="0" i="0" lang="en-US" sz="1400" u="none" cap="none" strike="noStrike">
                <a:solidFill>
                  <a:srgbClr val="BFC9D9"/>
                </a:solidFill>
                <a:latin typeface="IBM Plex Sans"/>
                <a:ea typeface="IBM Plex Sans"/>
                <a:cs typeface="IBM Plex Sans"/>
                <a:sym typeface="IBM Plex Sans"/>
              </a:rPr>
              <a:t>El semáforo lo ejecuta Argo Rollouts. Lo nuestro: como el fraude se confirma tarde, decidimos con métricas proxy y umbrales que se validan con Riesgos.</a:t>
            </a:r>
            <a:endParaRPr b="0" i="0" sz="1400" u="none" cap="none" strike="noStrike">
              <a:solidFill>
                <a:schemeClr val="dk1"/>
              </a:solidFill>
              <a:latin typeface="IBM Plex Sans"/>
              <a:ea typeface="IBM Plex Sans"/>
              <a:cs typeface="IBM Plex Sans"/>
              <a:sym typeface="IBM Plex Sans"/>
            </a:endParaRPr>
          </a:p>
        </p:txBody>
      </p:sp>
      <p:sp>
        <p:nvSpPr>
          <p:cNvPr id="426" name="Google Shape;426;p16"/>
          <p:cNvSpPr/>
          <p:nvPr/>
        </p:nvSpPr>
        <p:spPr>
          <a:xfrm>
            <a:off x="812721" y="6238280"/>
            <a:ext cx="7194469" cy="2387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93A1B8"/>
              </a:buClr>
              <a:buSzPts val="1200"/>
              <a:buFont typeface="IBM Plex Sans"/>
              <a:buNone/>
            </a:pPr>
            <a:r>
              <a:rPr b="0" i="0" lang="en-US" sz="1200" u="none" cap="none" strike="noStrike">
                <a:solidFill>
                  <a:srgbClr val="93A1B8"/>
                </a:solidFill>
                <a:latin typeface="IBM Plex Sans"/>
                <a:ea typeface="IBM Plex Sans"/>
                <a:cs typeface="IBM Plex Sans"/>
                <a:sym typeface="IBM Plex Sans"/>
              </a:rPr>
              <a:t>UTN FRC · Ingeniería y Calidad de Software · 4K3 · Grupo 13</a:t>
            </a:r>
            <a:endParaRPr b="0" i="0" sz="1200" u="none" cap="none" strike="noStrike">
              <a:solidFill>
                <a:schemeClr val="dk1"/>
              </a:solidFill>
              <a:latin typeface="IBM Plex Sans"/>
              <a:ea typeface="IBM Plex Sans"/>
              <a:cs typeface="IBM Plex Sans"/>
              <a:sym typeface="IBM Plex Sans"/>
            </a:endParaRPr>
          </a:p>
        </p:txBody>
      </p:sp>
      <p:sp>
        <p:nvSpPr>
          <p:cNvPr id="427" name="Google Shape;427;p16"/>
          <p:cNvSpPr/>
          <p:nvPr/>
        </p:nvSpPr>
        <p:spPr>
          <a:xfrm>
            <a:off x="8632270" y="6238280"/>
            <a:ext cx="2747010" cy="23876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93A1B8"/>
              </a:buClr>
              <a:buSzPts val="1200"/>
              <a:buFont typeface="IBM Plex Sans"/>
              <a:buNone/>
            </a:pPr>
            <a:r>
              <a:rPr b="0" i="0" lang="en-US" sz="1200" u="none" cap="none" strike="noStrike">
                <a:solidFill>
                  <a:srgbClr val="93A1B8"/>
                </a:solidFill>
                <a:latin typeface="IBM Plex Sans"/>
                <a:ea typeface="IBM Plex Sans"/>
                <a:cs typeface="IBM Plex Sans"/>
                <a:sym typeface="IBM Plex Sans"/>
              </a:rPr>
              <a:t>Conclusiones · 13 / 17</a:t>
            </a:r>
            <a:endParaRPr b="0" i="0" sz="1200" u="none" cap="none" strike="noStrike">
              <a:solidFill>
                <a:schemeClr val="dk1"/>
              </a:solidFill>
              <a:latin typeface="IBM Plex Sans"/>
              <a:ea typeface="IBM Plex Sans"/>
              <a:cs typeface="IBM Plex Sans"/>
              <a:sym typeface="IBM Plex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1"/>
        </a:solidFill>
      </p:bgPr>
    </p:bg>
    <p:spTree>
      <p:nvGrpSpPr>
        <p:cNvPr id="432" name="Shape 432"/>
        <p:cNvGrpSpPr/>
        <p:nvPr/>
      </p:nvGrpSpPr>
      <p:grpSpPr>
        <a:xfrm>
          <a:off x="0" y="0"/>
          <a:ext cx="0" cy="0"/>
          <a:chOff x="0" y="0"/>
          <a:chExt cx="0" cy="0"/>
        </a:xfrm>
      </p:grpSpPr>
      <p:sp>
        <p:nvSpPr>
          <p:cNvPr id="433" name="Google Shape;433;p17"/>
          <p:cNvSpPr txBox="1"/>
          <p:nvPr>
            <p:ph type="title"/>
          </p:nvPr>
        </p:nvSpPr>
        <p:spPr>
          <a:xfrm>
            <a:off x="812721" y="2124670"/>
            <a:ext cx="10883556" cy="977900"/>
          </a:xfrm>
          <a:prstGeom prst="rect">
            <a:avLst/>
          </a:prstGeom>
          <a:noFill/>
          <a:ln>
            <a:noFill/>
          </a:ln>
        </p:spPr>
        <p:txBody>
          <a:bodyPr anchorCtr="0" anchor="t" bIns="0" lIns="0" spcFirstLastPara="1" rIns="0" wrap="square" tIns="0">
            <a:normAutofit/>
          </a:bodyPr>
          <a:lstStyle/>
          <a:p>
            <a:pPr indent="0" lvl="0" marL="0" rtl="0" algn="l">
              <a:lnSpc>
                <a:spcPct val="100000"/>
              </a:lnSpc>
              <a:spcBef>
                <a:spcPts val="0"/>
              </a:spcBef>
              <a:spcAft>
                <a:spcPts val="0"/>
              </a:spcAft>
              <a:buClr>
                <a:srgbClr val="F7F6F2"/>
              </a:buClr>
              <a:buSzPts val="7500"/>
              <a:buFont typeface="IBM Plex Sans"/>
              <a:buNone/>
            </a:pPr>
            <a:r>
              <a:rPr b="1" i="0" lang="en-US" sz="7500">
                <a:solidFill>
                  <a:srgbClr val="F7F6F2"/>
                </a:solidFill>
                <a:latin typeface="IBM Plex Sans"/>
                <a:ea typeface="IBM Plex Sans"/>
                <a:cs typeface="IBM Plex Sans"/>
                <a:sym typeface="IBM Plex Sans"/>
              </a:rPr>
              <a:t>Gracias</a:t>
            </a:r>
            <a:endParaRPr sz="7500"/>
          </a:p>
        </p:txBody>
      </p:sp>
      <p:sp>
        <p:nvSpPr>
          <p:cNvPr id="434" name="Google Shape;434;p17"/>
          <p:cNvSpPr/>
          <p:nvPr/>
        </p:nvSpPr>
        <p:spPr>
          <a:xfrm>
            <a:off x="812721" y="3254927"/>
            <a:ext cx="10883556" cy="52832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E0783A"/>
              </a:buClr>
              <a:buSzPts val="3600"/>
              <a:buFont typeface="IBM Plex Sans"/>
              <a:buNone/>
            </a:pPr>
            <a:r>
              <a:rPr b="1" i="0" lang="en-US" sz="3600" u="none" cap="none" strike="noStrike">
                <a:solidFill>
                  <a:srgbClr val="E0783A"/>
                </a:solidFill>
                <a:latin typeface="IBM Plex Sans"/>
                <a:ea typeface="IBM Plex Sans"/>
                <a:cs typeface="IBM Plex Sans"/>
                <a:sym typeface="IBM Plex Sans"/>
              </a:rPr>
              <a:t>¿Preguntas?</a:t>
            </a:r>
            <a:endParaRPr b="0" i="0" sz="3600" u="none" cap="none" strike="noStrike">
              <a:solidFill>
                <a:schemeClr val="dk1"/>
              </a:solidFill>
              <a:latin typeface="IBM Plex Sans"/>
              <a:ea typeface="IBM Plex Sans"/>
              <a:cs typeface="IBM Plex Sans"/>
              <a:sym typeface="IBM Plex Sans"/>
            </a:endParaRPr>
          </a:p>
        </p:txBody>
      </p:sp>
      <p:sp>
        <p:nvSpPr>
          <p:cNvPr id="435" name="Google Shape;435;p17"/>
          <p:cNvSpPr/>
          <p:nvPr/>
        </p:nvSpPr>
        <p:spPr>
          <a:xfrm>
            <a:off x="812721" y="3935611"/>
            <a:ext cx="8502609" cy="9525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BFC9D9"/>
              </a:buClr>
              <a:buSzPts val="1800"/>
              <a:buFont typeface="IBM Plex Sans"/>
              <a:buNone/>
            </a:pPr>
            <a:r>
              <a:rPr b="0" i="0" lang="en-US" sz="1800" u="none" cap="none" strike="noStrike">
                <a:solidFill>
                  <a:srgbClr val="BFC9D9"/>
                </a:solidFill>
                <a:latin typeface="IBM Plex Sans"/>
                <a:ea typeface="IBM Plex Sans"/>
                <a:cs typeface="IBM Plex Sans"/>
                <a:sym typeface="IBM Plex Sans"/>
              </a:rPr>
              <a:t>Gracias a la cátedra y a nuestras docentes de la 4K3 (Laura Covaro, Cecilia Massano y Constanza Garnero) por el material y las clases, y a nuestros compañeros por escucharnos.</a:t>
            </a:r>
            <a:endParaRPr b="0" i="0" sz="1800" u="none" cap="none" strike="noStrike">
              <a:solidFill>
                <a:schemeClr val="dk1"/>
              </a:solidFill>
              <a:latin typeface="IBM Plex Sans"/>
              <a:ea typeface="IBM Plex Sans"/>
              <a:cs typeface="IBM Plex Sans"/>
              <a:sym typeface="IBM Plex Sans"/>
            </a:endParaRPr>
          </a:p>
        </p:txBody>
      </p:sp>
      <p:sp>
        <p:nvSpPr>
          <p:cNvPr id="436" name="Google Shape;436;p17"/>
          <p:cNvSpPr/>
          <p:nvPr/>
        </p:nvSpPr>
        <p:spPr>
          <a:xfrm>
            <a:off x="812721" y="6238280"/>
            <a:ext cx="7194469" cy="2387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93A1B8"/>
              </a:buClr>
              <a:buSzPts val="1200"/>
              <a:buFont typeface="IBM Plex Sans"/>
              <a:buNone/>
            </a:pPr>
            <a:r>
              <a:rPr b="0" i="0" lang="en-US" sz="1200" u="none" cap="none" strike="noStrike">
                <a:solidFill>
                  <a:srgbClr val="93A1B8"/>
                </a:solidFill>
                <a:latin typeface="IBM Plex Sans"/>
                <a:ea typeface="IBM Plex Sans"/>
                <a:cs typeface="IBM Plex Sans"/>
                <a:sym typeface="IBM Plex Sans"/>
              </a:rPr>
              <a:t>UTN FRC · Ingeniería y Calidad de Software · 4K3 · Grupo 13</a:t>
            </a:r>
            <a:endParaRPr b="0" i="0" sz="1200" u="none" cap="none" strike="noStrike">
              <a:solidFill>
                <a:schemeClr val="dk1"/>
              </a:solidFill>
              <a:latin typeface="IBM Plex Sans"/>
              <a:ea typeface="IBM Plex Sans"/>
              <a:cs typeface="IBM Plex Sans"/>
              <a:sym typeface="IBM Plex Sans"/>
            </a:endParaRPr>
          </a:p>
        </p:txBody>
      </p:sp>
      <p:sp>
        <p:nvSpPr>
          <p:cNvPr id="437" name="Google Shape;437;p17"/>
          <p:cNvSpPr/>
          <p:nvPr/>
        </p:nvSpPr>
        <p:spPr>
          <a:xfrm>
            <a:off x="8632270" y="6238280"/>
            <a:ext cx="2747010" cy="23876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93A1B8"/>
              </a:buClr>
              <a:buSzPts val="1200"/>
              <a:buFont typeface="IBM Plex Sans"/>
              <a:buNone/>
            </a:pPr>
            <a:r>
              <a:rPr b="0" i="0" lang="en-US" sz="1200" u="none" cap="none" strike="noStrike">
                <a:solidFill>
                  <a:srgbClr val="93A1B8"/>
                </a:solidFill>
                <a:latin typeface="IBM Plex Sans"/>
                <a:ea typeface="IBM Plex Sans"/>
                <a:cs typeface="IBM Plex Sans"/>
                <a:sym typeface="IBM Plex Sans"/>
              </a:rPr>
              <a:t>Agradecimientos · 14 / 17</a:t>
            </a:r>
            <a:endParaRPr b="0" i="0" sz="1200" u="none" cap="none" strike="noStrike">
              <a:solidFill>
                <a:schemeClr val="dk1"/>
              </a:solidFill>
              <a:latin typeface="IBM Plex Sans"/>
              <a:ea typeface="IBM Plex Sans"/>
              <a:cs typeface="IBM Plex Sans"/>
              <a:sym typeface="IBM Plex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2"/>
        </a:solidFill>
      </p:bgPr>
    </p:bg>
    <p:spTree>
      <p:nvGrpSpPr>
        <p:cNvPr id="442" name="Shape 442"/>
        <p:cNvGrpSpPr/>
        <p:nvPr/>
      </p:nvGrpSpPr>
      <p:grpSpPr>
        <a:xfrm>
          <a:off x="0" y="0"/>
          <a:ext cx="0" cy="0"/>
          <a:chOff x="0" y="0"/>
          <a:chExt cx="0" cy="0"/>
        </a:xfrm>
      </p:grpSpPr>
      <p:sp>
        <p:nvSpPr>
          <p:cNvPr id="443" name="Google Shape;443;p18"/>
          <p:cNvSpPr txBox="1"/>
          <p:nvPr>
            <p:ph type="title"/>
          </p:nvPr>
        </p:nvSpPr>
        <p:spPr>
          <a:xfrm>
            <a:off x="812721" y="711157"/>
            <a:ext cx="10883556" cy="4445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B2A41"/>
              </a:buClr>
              <a:buSzPts val="3000"/>
              <a:buFont typeface="IBM Plex Sans"/>
              <a:buNone/>
            </a:pPr>
            <a:r>
              <a:rPr b="1" i="0" lang="en-US" sz="3000">
                <a:solidFill>
                  <a:srgbClr val="1B2A41"/>
                </a:solidFill>
                <a:latin typeface="IBM Plex Sans"/>
                <a:ea typeface="IBM Plex Sans"/>
                <a:cs typeface="IBM Plex Sans"/>
                <a:sym typeface="IBM Plex Sans"/>
              </a:rPr>
              <a:t>Referencias (1 de 3)</a:t>
            </a:r>
            <a:endParaRPr sz="3000"/>
          </a:p>
        </p:txBody>
      </p:sp>
      <p:sp>
        <p:nvSpPr>
          <p:cNvPr id="444" name="Google Shape;444;p18"/>
          <p:cNvSpPr/>
          <p:nvPr/>
        </p:nvSpPr>
        <p:spPr>
          <a:xfrm>
            <a:off x="812721" y="1358857"/>
            <a:ext cx="10883556" cy="718344"/>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1B2A41"/>
              </a:buClr>
              <a:buSzPts val="1400"/>
              <a:buFont typeface="IBM Plex Sans"/>
              <a:buNone/>
            </a:pPr>
            <a:r>
              <a:rPr b="0" i="0" lang="en-US" sz="1400" u="none" cap="none" strike="noStrike">
                <a:solidFill>
                  <a:srgbClr val="1B2A41"/>
                </a:solidFill>
                <a:latin typeface="IBM Plex Sans"/>
                <a:ea typeface="IBM Plex Sans"/>
                <a:cs typeface="IBM Plex Sans"/>
                <a:sym typeface="IBM Plex Sans"/>
              </a:rPr>
              <a:t>Kazmierczak, J., Salama, K., &amp; Huerta, V. (2024). </a:t>
            </a:r>
            <a:r>
              <a:rPr b="0" i="1" lang="en-US" sz="1400" u="none" cap="none" strike="noStrike">
                <a:solidFill>
                  <a:srgbClr val="1B2A41"/>
                </a:solidFill>
                <a:latin typeface="IBM Plex Sans"/>
                <a:ea typeface="IBM Plex Sans"/>
                <a:cs typeface="IBM Plex Sans"/>
                <a:sym typeface="IBM Plex Sans"/>
              </a:rPr>
              <a:t>MLOps: Continuous delivery and automation pipelines in machine learning</a:t>
            </a:r>
            <a:r>
              <a:rPr b="0" i="0" lang="en-US" sz="1400" u="none" cap="none" strike="noStrike">
                <a:solidFill>
                  <a:srgbClr val="1B2A41"/>
                </a:solidFill>
                <a:latin typeface="IBM Plex Sans"/>
                <a:ea typeface="IBM Plex Sans"/>
                <a:cs typeface="IBM Plex Sans"/>
                <a:sym typeface="IBM Plex Sans"/>
              </a:rPr>
              <a:t>. Google Cloud Architecture Center. https://docs.cloud.google.com/architecture/mlops-continuous-delivery-and-automation-pipelines-in-machine-learning</a:t>
            </a:r>
            <a:endParaRPr b="0" i="0" sz="1400" u="none" cap="none" strike="noStrike">
              <a:solidFill>
                <a:schemeClr val="dk1"/>
              </a:solidFill>
              <a:latin typeface="IBM Plex Sans"/>
              <a:ea typeface="IBM Plex Sans"/>
              <a:cs typeface="IBM Plex Sans"/>
              <a:sym typeface="IBM Plex Sans"/>
            </a:endParaRPr>
          </a:p>
        </p:txBody>
      </p:sp>
      <p:sp>
        <p:nvSpPr>
          <p:cNvPr id="445" name="Google Shape;445;p18"/>
          <p:cNvSpPr/>
          <p:nvPr/>
        </p:nvSpPr>
        <p:spPr>
          <a:xfrm>
            <a:off x="812721" y="2166100"/>
            <a:ext cx="10883556" cy="4873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1B2A41"/>
              </a:buClr>
              <a:buSzPts val="1400"/>
              <a:buFont typeface="IBM Plex Sans"/>
              <a:buNone/>
            </a:pPr>
            <a:r>
              <a:rPr b="0" i="0" lang="en-US" sz="1400" u="none" cap="none" strike="noStrike">
                <a:solidFill>
                  <a:srgbClr val="1B2A41"/>
                </a:solidFill>
                <a:latin typeface="IBM Plex Sans"/>
                <a:ea typeface="IBM Plex Sans"/>
                <a:cs typeface="IBM Plex Sans"/>
                <a:sym typeface="IBM Plex Sans"/>
              </a:rPr>
              <a:t>Sato, D., Wider, A., &amp; Windheuser, C. (2019). </a:t>
            </a:r>
            <a:r>
              <a:rPr b="0" i="1" lang="en-US" sz="1400" u="none" cap="none" strike="noStrike">
                <a:solidFill>
                  <a:srgbClr val="1B2A41"/>
                </a:solidFill>
                <a:latin typeface="IBM Plex Sans"/>
                <a:ea typeface="IBM Plex Sans"/>
                <a:cs typeface="IBM Plex Sans"/>
                <a:sym typeface="IBM Plex Sans"/>
              </a:rPr>
              <a:t>Continuous Delivery for Machine Learning</a:t>
            </a:r>
            <a:r>
              <a:rPr b="0" i="0" lang="en-US" sz="1400" u="none" cap="none" strike="noStrike">
                <a:solidFill>
                  <a:srgbClr val="1B2A41"/>
                </a:solidFill>
                <a:latin typeface="IBM Plex Sans"/>
                <a:ea typeface="IBM Plex Sans"/>
                <a:cs typeface="IBM Plex Sans"/>
                <a:sym typeface="IBM Plex Sans"/>
              </a:rPr>
              <a:t>. martinfowler.com. https://martinfowler.com/articles/cd4ml.html</a:t>
            </a:r>
            <a:endParaRPr b="0" i="0" sz="1400" u="none" cap="none" strike="noStrike">
              <a:solidFill>
                <a:schemeClr val="dk1"/>
              </a:solidFill>
              <a:latin typeface="IBM Plex Sans"/>
              <a:ea typeface="IBM Plex Sans"/>
              <a:cs typeface="IBM Plex Sans"/>
              <a:sym typeface="IBM Plex Sans"/>
            </a:endParaRPr>
          </a:p>
        </p:txBody>
      </p:sp>
      <p:sp>
        <p:nvSpPr>
          <p:cNvPr id="446" name="Google Shape;446;p18"/>
          <p:cNvSpPr/>
          <p:nvPr/>
        </p:nvSpPr>
        <p:spPr>
          <a:xfrm>
            <a:off x="812721" y="2742363"/>
            <a:ext cx="10883556" cy="4873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1B2A41"/>
              </a:buClr>
              <a:buSzPts val="1400"/>
              <a:buFont typeface="IBM Plex Sans"/>
              <a:buNone/>
            </a:pPr>
            <a:r>
              <a:rPr b="0" i="0" lang="en-US" sz="1400" u="none" cap="none" strike="noStrike">
                <a:solidFill>
                  <a:srgbClr val="1B2A41"/>
                </a:solidFill>
                <a:latin typeface="IBM Plex Sans"/>
                <a:ea typeface="IBM Plex Sans"/>
                <a:cs typeface="IBM Plex Sans"/>
                <a:sym typeface="IBM Plex Sans"/>
              </a:rPr>
              <a:t>Shahin, M., Babar, M. A., &amp; Zhu, L. (2017). Continuous integration, delivery and deployment: A systematic review on approaches, tools, challenges and practices. </a:t>
            </a:r>
            <a:r>
              <a:rPr b="0" i="1" lang="en-US" sz="1400" u="none" cap="none" strike="noStrike">
                <a:solidFill>
                  <a:srgbClr val="1B2A41"/>
                </a:solidFill>
                <a:latin typeface="IBM Plex Sans"/>
                <a:ea typeface="IBM Plex Sans"/>
                <a:cs typeface="IBM Plex Sans"/>
                <a:sym typeface="IBM Plex Sans"/>
              </a:rPr>
              <a:t>IEEE Access</a:t>
            </a:r>
            <a:r>
              <a:rPr b="0" i="0" lang="en-US" sz="1400" u="none" cap="none" strike="noStrike">
                <a:solidFill>
                  <a:srgbClr val="1B2A41"/>
                </a:solidFill>
                <a:latin typeface="IBM Plex Sans"/>
                <a:ea typeface="IBM Plex Sans"/>
                <a:cs typeface="IBM Plex Sans"/>
                <a:sym typeface="IBM Plex Sans"/>
              </a:rPr>
              <a:t>. https://doi.org/10.1109/ACCESS.2017.2685629</a:t>
            </a:r>
            <a:endParaRPr b="0" i="0" sz="1400" u="none" cap="none" strike="noStrike">
              <a:solidFill>
                <a:schemeClr val="dk1"/>
              </a:solidFill>
              <a:latin typeface="IBM Plex Sans"/>
              <a:ea typeface="IBM Plex Sans"/>
              <a:cs typeface="IBM Plex Sans"/>
              <a:sym typeface="IBM Plex Sans"/>
            </a:endParaRPr>
          </a:p>
        </p:txBody>
      </p:sp>
      <p:sp>
        <p:nvSpPr>
          <p:cNvPr id="447" name="Google Shape;447;p18"/>
          <p:cNvSpPr/>
          <p:nvPr/>
        </p:nvSpPr>
        <p:spPr>
          <a:xfrm>
            <a:off x="812721" y="3318625"/>
            <a:ext cx="10883556" cy="4873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1B2A41"/>
              </a:buClr>
              <a:buSzPts val="1400"/>
              <a:buFont typeface="IBM Plex Sans"/>
              <a:buNone/>
            </a:pPr>
            <a:r>
              <a:rPr b="0" i="0" lang="en-US" sz="1400" u="none" cap="none" strike="noStrike">
                <a:solidFill>
                  <a:srgbClr val="1B2A41"/>
                </a:solidFill>
                <a:latin typeface="IBM Plex Sans"/>
                <a:ea typeface="IBM Plex Sans"/>
                <a:cs typeface="IBM Plex Sans"/>
                <a:sym typeface="IBM Plex Sans"/>
              </a:rPr>
              <a:t>Harness. (2021). </a:t>
            </a:r>
            <a:r>
              <a:rPr b="0" i="1" lang="en-US" sz="1400" u="none" cap="none" strike="noStrike">
                <a:solidFill>
                  <a:srgbClr val="1B2A41"/>
                </a:solidFill>
                <a:latin typeface="IBM Plex Sans"/>
                <a:ea typeface="IBM Plex Sans"/>
                <a:cs typeface="IBM Plex Sans"/>
                <a:sym typeface="IBM Plex Sans"/>
              </a:rPr>
              <a:t>Intro to deployment strategies: Blue-green, canary, and more</a:t>
            </a:r>
            <a:r>
              <a:rPr b="0" i="0" lang="en-US" sz="1400" u="none" cap="none" strike="noStrike">
                <a:solidFill>
                  <a:srgbClr val="1B2A41"/>
                </a:solidFill>
                <a:latin typeface="IBM Plex Sans"/>
                <a:ea typeface="IBM Plex Sans"/>
                <a:cs typeface="IBM Plex Sans"/>
                <a:sym typeface="IBM Plex Sans"/>
              </a:rPr>
              <a:t>. https://www.harness.io/blog/blue-green-canary-deployment-strategies</a:t>
            </a:r>
            <a:endParaRPr b="0" i="0" sz="1400" u="none" cap="none" strike="noStrike">
              <a:solidFill>
                <a:schemeClr val="dk1"/>
              </a:solidFill>
              <a:latin typeface="IBM Plex Sans"/>
              <a:ea typeface="IBM Plex Sans"/>
              <a:cs typeface="IBM Plex Sans"/>
              <a:sym typeface="IBM Plex Sans"/>
            </a:endParaRPr>
          </a:p>
        </p:txBody>
      </p:sp>
      <p:sp>
        <p:nvSpPr>
          <p:cNvPr id="448" name="Google Shape;448;p18"/>
          <p:cNvSpPr/>
          <p:nvPr/>
        </p:nvSpPr>
        <p:spPr>
          <a:xfrm>
            <a:off x="812721" y="3894888"/>
            <a:ext cx="10883556" cy="256381"/>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1B2A41"/>
              </a:buClr>
              <a:buSzPts val="1400"/>
              <a:buFont typeface="IBM Plex Sans"/>
              <a:buNone/>
            </a:pPr>
            <a:r>
              <a:rPr b="0" i="0" lang="en-US" sz="1400" u="none" cap="none" strike="noStrike">
                <a:solidFill>
                  <a:srgbClr val="1B2A41"/>
                </a:solidFill>
                <a:latin typeface="IBM Plex Sans"/>
                <a:ea typeface="IBM Plex Sans"/>
                <a:cs typeface="IBM Plex Sans"/>
                <a:sym typeface="IBM Plex Sans"/>
              </a:rPr>
              <a:t>Fowler, M. (2010). </a:t>
            </a:r>
            <a:r>
              <a:rPr b="0" i="1" lang="en-US" sz="1400" u="none" cap="none" strike="noStrike">
                <a:solidFill>
                  <a:srgbClr val="1B2A41"/>
                </a:solidFill>
                <a:latin typeface="IBM Plex Sans"/>
                <a:ea typeface="IBM Plex Sans"/>
                <a:cs typeface="IBM Plex Sans"/>
                <a:sym typeface="IBM Plex Sans"/>
              </a:rPr>
              <a:t>Blue Green Deployment</a:t>
            </a:r>
            <a:r>
              <a:rPr b="0" i="0" lang="en-US" sz="1400" u="none" cap="none" strike="noStrike">
                <a:solidFill>
                  <a:srgbClr val="1B2A41"/>
                </a:solidFill>
                <a:latin typeface="IBM Plex Sans"/>
                <a:ea typeface="IBM Plex Sans"/>
                <a:cs typeface="IBM Plex Sans"/>
                <a:sym typeface="IBM Plex Sans"/>
              </a:rPr>
              <a:t>. martinfowler.com. https://martinfowler.com/bliki/BlueGreenDeployment.html</a:t>
            </a:r>
            <a:endParaRPr b="0" i="0" sz="1400" u="none" cap="none" strike="noStrike">
              <a:solidFill>
                <a:schemeClr val="dk1"/>
              </a:solidFill>
              <a:latin typeface="IBM Plex Sans"/>
              <a:ea typeface="IBM Plex Sans"/>
              <a:cs typeface="IBM Plex Sans"/>
              <a:sym typeface="IBM Plex Sans"/>
            </a:endParaRPr>
          </a:p>
        </p:txBody>
      </p:sp>
      <p:sp>
        <p:nvSpPr>
          <p:cNvPr id="449" name="Google Shape;449;p18"/>
          <p:cNvSpPr/>
          <p:nvPr/>
        </p:nvSpPr>
        <p:spPr>
          <a:xfrm>
            <a:off x="812721" y="4240169"/>
            <a:ext cx="10883556" cy="256381"/>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1B2A41"/>
              </a:buClr>
              <a:buSzPts val="1400"/>
              <a:buFont typeface="IBM Plex Sans"/>
              <a:buNone/>
            </a:pPr>
            <a:r>
              <a:rPr b="0" i="0" lang="en-US" sz="1400" u="none" cap="none" strike="noStrike">
                <a:solidFill>
                  <a:srgbClr val="1B2A41"/>
                </a:solidFill>
                <a:latin typeface="IBM Plex Sans"/>
                <a:ea typeface="IBM Plex Sans"/>
                <a:cs typeface="IBM Plex Sans"/>
                <a:sym typeface="IBM Plex Sans"/>
              </a:rPr>
              <a:t>Sato, D. (2014). </a:t>
            </a:r>
            <a:r>
              <a:rPr b="0" i="1" lang="en-US" sz="1400" u="none" cap="none" strike="noStrike">
                <a:solidFill>
                  <a:srgbClr val="1B2A41"/>
                </a:solidFill>
                <a:latin typeface="IBM Plex Sans"/>
                <a:ea typeface="IBM Plex Sans"/>
                <a:cs typeface="IBM Plex Sans"/>
                <a:sym typeface="IBM Plex Sans"/>
              </a:rPr>
              <a:t>Canary Release</a:t>
            </a:r>
            <a:r>
              <a:rPr b="0" i="0" lang="en-US" sz="1400" u="none" cap="none" strike="noStrike">
                <a:solidFill>
                  <a:srgbClr val="1B2A41"/>
                </a:solidFill>
                <a:latin typeface="IBM Plex Sans"/>
                <a:ea typeface="IBM Plex Sans"/>
                <a:cs typeface="IBM Plex Sans"/>
                <a:sym typeface="IBM Plex Sans"/>
              </a:rPr>
              <a:t>. martinfowler.com. https://martinfowler.com/bliki/CanaryRelease.html</a:t>
            </a:r>
            <a:endParaRPr b="0" i="0" sz="1400" u="none" cap="none" strike="noStrike">
              <a:solidFill>
                <a:schemeClr val="dk1"/>
              </a:solidFill>
              <a:latin typeface="IBM Plex Sans"/>
              <a:ea typeface="IBM Plex Sans"/>
              <a:cs typeface="IBM Plex Sans"/>
              <a:sym typeface="IBM Plex Sans"/>
            </a:endParaRPr>
          </a:p>
        </p:txBody>
      </p:sp>
      <p:sp>
        <p:nvSpPr>
          <p:cNvPr id="450" name="Google Shape;450;p18"/>
          <p:cNvSpPr/>
          <p:nvPr/>
        </p:nvSpPr>
        <p:spPr>
          <a:xfrm>
            <a:off x="812721" y="6238280"/>
            <a:ext cx="7194469" cy="2387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E6673"/>
              </a:buClr>
              <a:buSzPts val="1200"/>
              <a:buFont typeface="IBM Plex Sans"/>
              <a:buNone/>
            </a:pPr>
            <a:r>
              <a:rPr b="0" i="0" lang="en-US" sz="1200" u="none" cap="none" strike="noStrike">
                <a:solidFill>
                  <a:srgbClr val="5E6673"/>
                </a:solidFill>
                <a:latin typeface="IBM Plex Sans"/>
                <a:ea typeface="IBM Plex Sans"/>
                <a:cs typeface="IBM Plex Sans"/>
                <a:sym typeface="IBM Plex Sans"/>
              </a:rPr>
              <a:t>UTN FRC · Ingeniería y Calidad de Software · 4K3 · Grupo 13</a:t>
            </a:r>
            <a:endParaRPr b="0" i="0" sz="1200" u="none" cap="none" strike="noStrike">
              <a:solidFill>
                <a:schemeClr val="dk1"/>
              </a:solidFill>
              <a:latin typeface="IBM Plex Sans"/>
              <a:ea typeface="IBM Plex Sans"/>
              <a:cs typeface="IBM Plex Sans"/>
              <a:sym typeface="IBM Plex Sans"/>
            </a:endParaRPr>
          </a:p>
        </p:txBody>
      </p:sp>
      <p:sp>
        <p:nvSpPr>
          <p:cNvPr id="451" name="Google Shape;451;p18"/>
          <p:cNvSpPr/>
          <p:nvPr/>
        </p:nvSpPr>
        <p:spPr>
          <a:xfrm>
            <a:off x="8632270" y="6238280"/>
            <a:ext cx="2747010" cy="23876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5E6673"/>
              </a:buClr>
              <a:buSzPts val="1200"/>
              <a:buFont typeface="IBM Plex Sans"/>
              <a:buNone/>
            </a:pPr>
            <a:r>
              <a:rPr b="0" i="0" lang="en-US" sz="1200" u="none" cap="none" strike="noStrike">
                <a:solidFill>
                  <a:srgbClr val="5E6673"/>
                </a:solidFill>
                <a:latin typeface="IBM Plex Sans"/>
                <a:ea typeface="IBM Plex Sans"/>
                <a:cs typeface="IBM Plex Sans"/>
                <a:sym typeface="IBM Plex Sans"/>
              </a:rPr>
              <a:t>Referencias · 15 / 17</a:t>
            </a:r>
            <a:endParaRPr b="0" i="0" sz="1200" u="none" cap="none" strike="noStrike">
              <a:solidFill>
                <a:schemeClr val="dk1"/>
              </a:solidFill>
              <a:latin typeface="IBM Plex Sans"/>
              <a:ea typeface="IBM Plex Sans"/>
              <a:cs typeface="IBM Plex Sans"/>
              <a:sym typeface="IBM Plex Sans"/>
            </a:endParaRPr>
          </a:p>
        </p:txBody>
      </p:sp>
      <p:sp>
        <p:nvSpPr>
          <p:cNvPr id="9031" name="Corr 9031"/>
          <p:cNvSpPr/>
          <p:nvPr/>
        </p:nvSpPr>
        <p:spPr>
          <a:xfrm>
            <a:off x="812721" y="4584700"/>
            <a:ext cx="10883556" cy="256381"/>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None/>
            </a:pPr>
            <a:r>
              <a:rPr b="0" i="0" lang="es-AR" sz="1400" u="none" cap="none" strike="noStrike">
                <a:solidFill>
                  <a:srgbClr val="1B2A41"/>
                </a:solidFill>
                <a:latin typeface="IBM Plex Sans"/>
                <a:ea typeface="IBM Plex Sans"/>
                <a:cs typeface="IBM Plex Sans"/>
                <a:sym typeface="IBM Plex Sans"/>
              </a:rPr>
              <a:t>Wilsenach, R. (2015). </a:t>
            </a:r>
            <a:r>
              <a:rPr b="0" i="1" lang="es-AR" sz="1400" u="none" cap="none" strike="noStrike">
                <a:solidFill>
                  <a:srgbClr val="1B2A41"/>
                </a:solidFill>
                <a:latin typeface="IBM Plex Sans"/>
                <a:ea typeface="IBM Plex Sans"/>
                <a:cs typeface="IBM Plex Sans"/>
                <a:sym typeface="IBM Plex Sans"/>
              </a:rPr>
              <a:t>DevOps Culture</a:t>
            </a:r>
            <a:r>
              <a:rPr b="0" i="0" lang="es-AR" sz="1400" u="none" cap="none" strike="noStrike">
                <a:solidFill>
                  <a:srgbClr val="1B2A41"/>
                </a:solidFill>
                <a:latin typeface="IBM Plex Sans"/>
                <a:ea typeface="IBM Plex Sans"/>
                <a:cs typeface="IBM Plex Sans"/>
                <a:sym typeface="IBM Plex Sans"/>
              </a:rPr>
              <a:t>. martinfowler.com. https://martinfowler.com/bliki/DevOpsCulture.html</a:t>
            </a: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2"/>
        </a:solidFill>
      </p:bgPr>
    </p:bg>
    <p:spTree>
      <p:nvGrpSpPr>
        <p:cNvPr id="456" name="Shape 456"/>
        <p:cNvGrpSpPr/>
        <p:nvPr/>
      </p:nvGrpSpPr>
      <p:grpSpPr>
        <a:xfrm>
          <a:off x="0" y="0"/>
          <a:ext cx="0" cy="0"/>
          <a:chOff x="0" y="0"/>
          <a:chExt cx="0" cy="0"/>
        </a:xfrm>
      </p:grpSpPr>
      <p:sp>
        <p:nvSpPr>
          <p:cNvPr id="457" name="Google Shape;457;p19"/>
          <p:cNvSpPr txBox="1"/>
          <p:nvPr>
            <p:ph type="title"/>
          </p:nvPr>
        </p:nvSpPr>
        <p:spPr>
          <a:xfrm>
            <a:off x="812721" y="711157"/>
            <a:ext cx="10883556" cy="4445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B2A41"/>
              </a:buClr>
              <a:buSzPts val="3000"/>
              <a:buFont typeface="IBM Plex Sans"/>
              <a:buNone/>
            </a:pPr>
            <a:r>
              <a:rPr b="1" i="0" lang="en-US" sz="3000">
                <a:solidFill>
                  <a:srgbClr val="1B2A41"/>
                </a:solidFill>
                <a:latin typeface="IBM Plex Sans"/>
                <a:ea typeface="IBM Plex Sans"/>
                <a:cs typeface="IBM Plex Sans"/>
                <a:sym typeface="IBM Plex Sans"/>
              </a:rPr>
              <a:t>Referencias (2 de 3)</a:t>
            </a:r>
            <a:endParaRPr sz="3000"/>
          </a:p>
        </p:txBody>
      </p:sp>
      <p:sp>
        <p:nvSpPr>
          <p:cNvPr id="458" name="Google Shape;458;p19"/>
          <p:cNvSpPr/>
          <p:nvPr/>
        </p:nvSpPr>
        <p:spPr>
          <a:xfrm>
            <a:off x="812721" y="1358857"/>
            <a:ext cx="10883556" cy="256381"/>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1B2A41"/>
              </a:buClr>
              <a:buSzPts val="1400"/>
              <a:buFont typeface="IBM Plex Sans"/>
              <a:buNone/>
            </a:pPr>
            <a:r>
              <a:rPr b="0" i="0" lang="en-US" sz="1400" u="none" cap="none" strike="noStrike">
                <a:solidFill>
                  <a:srgbClr val="1B2A41"/>
                </a:solidFill>
                <a:latin typeface="IBM Plex Sans"/>
                <a:ea typeface="IBM Plex Sans"/>
                <a:cs typeface="IBM Plex Sans"/>
                <a:sym typeface="IBM Plex Sans"/>
              </a:rPr>
              <a:t>Kubernetes. (s. f.). </a:t>
            </a:r>
            <a:r>
              <a:rPr b="0" i="1" lang="en-US" sz="1400" u="none" cap="none" strike="noStrike">
                <a:solidFill>
                  <a:srgbClr val="1B2A41"/>
                </a:solidFill>
                <a:latin typeface="IBM Plex Sans"/>
                <a:ea typeface="IBM Plex Sans"/>
                <a:cs typeface="IBM Plex Sans"/>
                <a:sym typeface="IBM Plex Sans"/>
              </a:rPr>
              <a:t>Performing a rolling update</a:t>
            </a:r>
            <a:r>
              <a:rPr b="0" i="0" lang="en-US" sz="1400" u="none" cap="none" strike="noStrike">
                <a:solidFill>
                  <a:srgbClr val="1B2A41"/>
                </a:solidFill>
                <a:latin typeface="IBM Plex Sans"/>
                <a:ea typeface="IBM Plex Sans"/>
                <a:cs typeface="IBM Plex Sans"/>
                <a:sym typeface="IBM Plex Sans"/>
              </a:rPr>
              <a:t>. https://kubernetes.io/docs/tutorials/kubernetes-basics/update/update-intro/</a:t>
            </a:r>
            <a:endParaRPr b="0" i="0" sz="1400" u="none" cap="none" strike="noStrike">
              <a:solidFill>
                <a:schemeClr val="dk1"/>
              </a:solidFill>
              <a:latin typeface="IBM Plex Sans"/>
              <a:ea typeface="IBM Plex Sans"/>
              <a:cs typeface="IBM Plex Sans"/>
              <a:sym typeface="IBM Plex Sans"/>
            </a:endParaRPr>
          </a:p>
        </p:txBody>
      </p:sp>
      <p:sp>
        <p:nvSpPr>
          <p:cNvPr id="459" name="Google Shape;459;p19"/>
          <p:cNvSpPr/>
          <p:nvPr/>
        </p:nvSpPr>
        <p:spPr>
          <a:xfrm>
            <a:off x="812721" y="1704138"/>
            <a:ext cx="10883556" cy="256381"/>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1B2A41"/>
              </a:buClr>
              <a:buSzPts val="1400"/>
              <a:buFont typeface="IBM Plex Sans"/>
              <a:buNone/>
            </a:pPr>
            <a:r>
              <a:rPr b="0" i="0" lang="en-US" sz="1400" u="none" cap="none" strike="noStrike">
                <a:solidFill>
                  <a:srgbClr val="1B2A41"/>
                </a:solidFill>
                <a:latin typeface="IBM Plex Sans"/>
                <a:ea typeface="IBM Plex Sans"/>
                <a:cs typeface="IBM Plex Sans"/>
                <a:sym typeface="IBM Plex Sans"/>
              </a:rPr>
              <a:t>Argo Rollouts. (s. f.). </a:t>
            </a:r>
            <a:r>
              <a:rPr b="0" i="1" lang="en-US" sz="1400" u="none" cap="none" strike="noStrike">
                <a:solidFill>
                  <a:srgbClr val="1B2A41"/>
                </a:solidFill>
                <a:latin typeface="IBM Plex Sans"/>
                <a:ea typeface="IBM Plex Sans"/>
                <a:cs typeface="IBM Plex Sans"/>
                <a:sym typeface="IBM Plex Sans"/>
              </a:rPr>
              <a:t>Kubernetes progressive delivery controller</a:t>
            </a:r>
            <a:r>
              <a:rPr b="0" i="0" lang="en-US" sz="1400" u="none" cap="none" strike="noStrike">
                <a:solidFill>
                  <a:srgbClr val="1B2A41"/>
                </a:solidFill>
                <a:latin typeface="IBM Plex Sans"/>
                <a:ea typeface="IBM Plex Sans"/>
                <a:cs typeface="IBM Plex Sans"/>
                <a:sym typeface="IBM Plex Sans"/>
              </a:rPr>
              <a:t> y </a:t>
            </a:r>
            <a:r>
              <a:rPr b="0" i="1" lang="en-US" sz="1400" u="none" cap="none" strike="noStrike">
                <a:solidFill>
                  <a:srgbClr val="1B2A41"/>
                </a:solidFill>
                <a:latin typeface="IBM Plex Sans"/>
                <a:ea typeface="IBM Plex Sans"/>
                <a:cs typeface="IBM Plex Sans"/>
                <a:sym typeface="IBM Plex Sans"/>
              </a:rPr>
              <a:t>Experiment</a:t>
            </a:r>
            <a:r>
              <a:rPr b="0" i="0" lang="en-US" sz="1400" u="none" cap="none" strike="noStrike">
                <a:solidFill>
                  <a:srgbClr val="1B2A41"/>
                </a:solidFill>
                <a:latin typeface="IBM Plex Sans"/>
                <a:ea typeface="IBM Plex Sans"/>
                <a:cs typeface="IBM Plex Sans"/>
                <a:sym typeface="IBM Plex Sans"/>
              </a:rPr>
              <a:t>. https://argo-rollouts.readthedocs.io/en/stable/</a:t>
            </a:r>
            <a:endParaRPr b="0" i="0" sz="1400" u="none" cap="none" strike="noStrike">
              <a:solidFill>
                <a:schemeClr val="dk1"/>
              </a:solidFill>
              <a:latin typeface="IBM Plex Sans"/>
              <a:ea typeface="IBM Plex Sans"/>
              <a:cs typeface="IBM Plex Sans"/>
              <a:sym typeface="IBM Plex Sans"/>
            </a:endParaRPr>
          </a:p>
        </p:txBody>
      </p:sp>
      <p:sp>
        <p:nvSpPr>
          <p:cNvPr id="460" name="Google Shape;460;p19"/>
          <p:cNvSpPr/>
          <p:nvPr/>
        </p:nvSpPr>
        <p:spPr>
          <a:xfrm>
            <a:off x="812721" y="2049419"/>
            <a:ext cx="10883556" cy="4873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1B2A41"/>
              </a:buClr>
              <a:buSzPts val="1400"/>
              <a:buFont typeface="IBM Plex Sans"/>
              <a:buNone/>
            </a:pPr>
            <a:r>
              <a:rPr b="0" i="0" lang="en-US" sz="1400" u="none" cap="none" strike="noStrike">
                <a:solidFill>
                  <a:srgbClr val="1B2A41"/>
                </a:solidFill>
                <a:latin typeface="IBM Plex Sans"/>
                <a:ea typeface="IBM Plex Sans"/>
                <a:cs typeface="IBM Plex Sans"/>
                <a:sym typeface="IBM Plex Sans"/>
              </a:rPr>
              <a:t>KServe. (s. f.). </a:t>
            </a:r>
            <a:r>
              <a:rPr b="0" i="1" lang="en-US" sz="1400" u="none" cap="none" strike="noStrike">
                <a:solidFill>
                  <a:srgbClr val="1B2A41"/>
                </a:solidFill>
                <a:latin typeface="IBM Plex Sans"/>
                <a:ea typeface="IBM Plex Sans"/>
                <a:cs typeface="IBM Plex Sans"/>
                <a:sym typeface="IBM Plex Sans"/>
              </a:rPr>
              <a:t>Canary rollout strategy</a:t>
            </a:r>
            <a:r>
              <a:rPr b="0" i="0" lang="en-US" sz="1400" u="none" cap="none" strike="noStrike">
                <a:solidFill>
                  <a:srgbClr val="1B2A41"/>
                </a:solidFill>
                <a:latin typeface="IBM Plex Sans"/>
                <a:ea typeface="IBM Plex Sans"/>
                <a:cs typeface="IBM Plex Sans"/>
                <a:sym typeface="IBM Plex Sans"/>
              </a:rPr>
              <a:t>. https://kserve.github.io/website/docs/model-serving/predictive-inference/rollout-strategies/canary</a:t>
            </a:r>
            <a:endParaRPr b="0" i="0" sz="1400" u="none" cap="none" strike="noStrike">
              <a:solidFill>
                <a:schemeClr val="dk1"/>
              </a:solidFill>
              <a:latin typeface="IBM Plex Sans"/>
              <a:ea typeface="IBM Plex Sans"/>
              <a:cs typeface="IBM Plex Sans"/>
              <a:sym typeface="IBM Plex Sans"/>
            </a:endParaRPr>
          </a:p>
        </p:txBody>
      </p:sp>
      <p:sp>
        <p:nvSpPr>
          <p:cNvPr id="461" name="Google Shape;461;p19"/>
          <p:cNvSpPr/>
          <p:nvPr/>
        </p:nvSpPr>
        <p:spPr>
          <a:xfrm>
            <a:off x="812721" y="2625682"/>
            <a:ext cx="10883556" cy="256381"/>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1B2A41"/>
              </a:buClr>
              <a:buSzPts val="1400"/>
              <a:buFont typeface="IBM Plex Sans"/>
              <a:buNone/>
            </a:pPr>
            <a:r>
              <a:rPr b="0" i="0" lang="en-US" sz="1400" u="none" cap="none" strike="noStrike">
                <a:solidFill>
                  <a:srgbClr val="1B2A41"/>
                </a:solidFill>
                <a:latin typeface="IBM Plex Sans"/>
                <a:ea typeface="IBM Plex Sans"/>
                <a:cs typeface="IBM Plex Sans"/>
                <a:sym typeface="IBM Plex Sans"/>
              </a:rPr>
              <a:t>Istio. (s. f.). </a:t>
            </a:r>
            <a:r>
              <a:rPr b="0" i="1" lang="en-US" sz="1400" u="none" cap="none" strike="noStrike">
                <a:solidFill>
                  <a:srgbClr val="1B2A41"/>
                </a:solidFill>
                <a:latin typeface="IBM Plex Sans"/>
                <a:ea typeface="IBM Plex Sans"/>
                <a:cs typeface="IBM Plex Sans"/>
                <a:sym typeface="IBM Plex Sans"/>
              </a:rPr>
              <a:t>Mirroring</a:t>
            </a:r>
            <a:r>
              <a:rPr b="0" i="0" lang="en-US" sz="1400" u="none" cap="none" strike="noStrike">
                <a:solidFill>
                  <a:srgbClr val="1B2A41"/>
                </a:solidFill>
                <a:latin typeface="IBM Plex Sans"/>
                <a:ea typeface="IBM Plex Sans"/>
                <a:cs typeface="IBM Plex Sans"/>
                <a:sym typeface="IBM Plex Sans"/>
              </a:rPr>
              <a:t>. https://istio.io/latest/docs/tasks/traffic-management/mirroring/</a:t>
            </a:r>
            <a:endParaRPr b="0" i="0" sz="1400" u="none" cap="none" strike="noStrike">
              <a:solidFill>
                <a:schemeClr val="dk1"/>
              </a:solidFill>
              <a:latin typeface="IBM Plex Sans"/>
              <a:ea typeface="IBM Plex Sans"/>
              <a:cs typeface="IBM Plex Sans"/>
              <a:sym typeface="IBM Plex Sans"/>
            </a:endParaRPr>
          </a:p>
        </p:txBody>
      </p:sp>
      <p:sp>
        <p:nvSpPr>
          <p:cNvPr id="462" name="Google Shape;462;p19"/>
          <p:cNvSpPr/>
          <p:nvPr/>
        </p:nvSpPr>
        <p:spPr>
          <a:xfrm>
            <a:off x="812721" y="2970963"/>
            <a:ext cx="10883556" cy="4873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1B2A41"/>
              </a:buClr>
              <a:buSzPts val="1400"/>
              <a:buFont typeface="IBM Plex Sans"/>
              <a:buNone/>
            </a:pPr>
            <a:r>
              <a:rPr b="0" i="0" lang="en-US" sz="1400" u="none" cap="none" strike="noStrike">
                <a:solidFill>
                  <a:srgbClr val="1B2A41"/>
                </a:solidFill>
                <a:latin typeface="IBM Plex Sans"/>
                <a:ea typeface="IBM Plex Sans"/>
                <a:cs typeface="IBM Plex Sans"/>
                <a:sym typeface="IBM Plex Sans"/>
              </a:rPr>
              <a:t>Amazon Web Services. (s. f.). </a:t>
            </a:r>
            <a:r>
              <a:rPr b="0" i="1" lang="en-US" sz="1400" u="none" cap="none" strike="noStrike">
                <a:solidFill>
                  <a:srgbClr val="1B2A41"/>
                </a:solidFill>
                <a:latin typeface="IBM Plex Sans"/>
                <a:ea typeface="IBM Plex Sans"/>
                <a:cs typeface="IBM Plex Sans"/>
                <a:sym typeface="IBM Plex Sans"/>
              </a:rPr>
              <a:t>Shadow tests</a:t>
            </a:r>
            <a:r>
              <a:rPr b="0" i="0" lang="en-US" sz="1400" u="none" cap="none" strike="noStrike">
                <a:solidFill>
                  <a:srgbClr val="1B2A41"/>
                </a:solidFill>
                <a:latin typeface="IBM Plex Sans"/>
                <a:ea typeface="IBM Plex Sans"/>
                <a:cs typeface="IBM Plex Sans"/>
                <a:sym typeface="IBM Plex Sans"/>
              </a:rPr>
              <a:t> y </a:t>
            </a:r>
            <a:r>
              <a:rPr b="0" i="1" lang="en-US" sz="1400" u="none" cap="none" strike="noStrike">
                <a:solidFill>
                  <a:srgbClr val="1B2A41"/>
                </a:solidFill>
                <a:latin typeface="IBM Plex Sans"/>
                <a:ea typeface="IBM Plex Sans"/>
                <a:cs typeface="IBM Plex Sans"/>
                <a:sym typeface="IBM Plex Sans"/>
              </a:rPr>
              <a:t>Testing models with production variants</a:t>
            </a:r>
            <a:r>
              <a:rPr b="0" i="0" lang="en-US" sz="1400" u="none" cap="none" strike="noStrike">
                <a:solidFill>
                  <a:srgbClr val="1B2A41"/>
                </a:solidFill>
                <a:latin typeface="IBM Plex Sans"/>
                <a:ea typeface="IBM Plex Sans"/>
                <a:cs typeface="IBM Plex Sans"/>
                <a:sym typeface="IBM Plex Sans"/>
              </a:rPr>
              <a:t>. Amazon SageMaker AI Developer Guide. https://docs.aws.amazon.com/sagemaker/latest/dg/shadow-tests.html</a:t>
            </a:r>
            <a:endParaRPr b="0" i="0" sz="1400" u="none" cap="none" strike="noStrike">
              <a:solidFill>
                <a:schemeClr val="dk1"/>
              </a:solidFill>
              <a:latin typeface="IBM Plex Sans"/>
              <a:ea typeface="IBM Plex Sans"/>
              <a:cs typeface="IBM Plex Sans"/>
              <a:sym typeface="IBM Plex Sans"/>
            </a:endParaRPr>
          </a:p>
        </p:txBody>
      </p:sp>
      <p:sp>
        <p:nvSpPr>
          <p:cNvPr id="463" name="Google Shape;463;p19"/>
          <p:cNvSpPr/>
          <p:nvPr/>
        </p:nvSpPr>
        <p:spPr>
          <a:xfrm>
            <a:off x="812721" y="3547225"/>
            <a:ext cx="10883556" cy="256381"/>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1B2A41"/>
              </a:buClr>
              <a:buSzPts val="1400"/>
              <a:buFont typeface="IBM Plex Sans"/>
              <a:buNone/>
            </a:pPr>
            <a:r>
              <a:rPr b="0" i="0" lang="en-US" sz="1400" u="none" cap="none" strike="noStrike">
                <a:solidFill>
                  <a:srgbClr val="1B2A41"/>
                </a:solidFill>
                <a:latin typeface="IBM Plex Sans"/>
                <a:ea typeface="IBM Plex Sans"/>
                <a:cs typeface="IBM Plex Sans"/>
                <a:sym typeface="IBM Plex Sans"/>
              </a:rPr>
              <a:t>MLflow. (s. f.). </a:t>
            </a:r>
            <a:r>
              <a:rPr b="0" i="1" lang="en-US" sz="1400" u="none" cap="none" strike="noStrike">
                <a:solidFill>
                  <a:srgbClr val="1B2A41"/>
                </a:solidFill>
                <a:latin typeface="IBM Plex Sans"/>
                <a:ea typeface="IBM Plex Sans"/>
                <a:cs typeface="IBM Plex Sans"/>
                <a:sym typeface="IBM Plex Sans"/>
              </a:rPr>
              <a:t>MLflow Model Registry</a:t>
            </a:r>
            <a:r>
              <a:rPr b="0" i="0" lang="en-US" sz="1400" u="none" cap="none" strike="noStrike">
                <a:solidFill>
                  <a:srgbClr val="1B2A41"/>
                </a:solidFill>
                <a:latin typeface="IBM Plex Sans"/>
                <a:ea typeface="IBM Plex Sans"/>
                <a:cs typeface="IBM Plex Sans"/>
                <a:sym typeface="IBM Plex Sans"/>
              </a:rPr>
              <a:t>. https://mlflow.org/docs/latest/ml/model-registry/</a:t>
            </a:r>
            <a:endParaRPr b="0" i="0" sz="1400" u="none" cap="none" strike="noStrike">
              <a:solidFill>
                <a:schemeClr val="dk1"/>
              </a:solidFill>
              <a:latin typeface="IBM Plex Sans"/>
              <a:ea typeface="IBM Plex Sans"/>
              <a:cs typeface="IBM Plex Sans"/>
              <a:sym typeface="IBM Plex Sans"/>
            </a:endParaRPr>
          </a:p>
        </p:txBody>
      </p:sp>
      <p:sp>
        <p:nvSpPr>
          <p:cNvPr id="464" name="Google Shape;464;p19"/>
          <p:cNvSpPr/>
          <p:nvPr/>
        </p:nvSpPr>
        <p:spPr>
          <a:xfrm>
            <a:off x="812721" y="6238273"/>
            <a:ext cx="7194469" cy="2387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E6673"/>
              </a:buClr>
              <a:buSzPts val="1200"/>
              <a:buFont typeface="IBM Plex Sans"/>
              <a:buNone/>
            </a:pPr>
            <a:r>
              <a:rPr b="0" i="0" lang="en-US" sz="1200" u="none" cap="none" strike="noStrike">
                <a:solidFill>
                  <a:srgbClr val="5E6673"/>
                </a:solidFill>
                <a:latin typeface="IBM Plex Sans"/>
                <a:ea typeface="IBM Plex Sans"/>
                <a:cs typeface="IBM Plex Sans"/>
                <a:sym typeface="IBM Plex Sans"/>
              </a:rPr>
              <a:t>UTN FRC · Ingeniería y Calidad de Software · 4K3 · Grupo 13</a:t>
            </a:r>
            <a:endParaRPr b="0" i="0" sz="1200" u="none" cap="none" strike="noStrike">
              <a:solidFill>
                <a:schemeClr val="dk1"/>
              </a:solidFill>
              <a:latin typeface="IBM Plex Sans"/>
              <a:ea typeface="IBM Plex Sans"/>
              <a:cs typeface="IBM Plex Sans"/>
              <a:sym typeface="IBM Plex Sans"/>
            </a:endParaRPr>
          </a:p>
        </p:txBody>
      </p:sp>
      <p:sp>
        <p:nvSpPr>
          <p:cNvPr id="465" name="Google Shape;465;p19"/>
          <p:cNvSpPr/>
          <p:nvPr/>
        </p:nvSpPr>
        <p:spPr>
          <a:xfrm>
            <a:off x="8632270" y="6238273"/>
            <a:ext cx="2747010" cy="23876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5E6673"/>
              </a:buClr>
              <a:buSzPts val="1200"/>
              <a:buFont typeface="IBM Plex Sans"/>
              <a:buNone/>
            </a:pPr>
            <a:r>
              <a:rPr b="0" i="0" lang="en-US" sz="1200" u="none" cap="none" strike="noStrike">
                <a:solidFill>
                  <a:srgbClr val="5E6673"/>
                </a:solidFill>
                <a:latin typeface="IBM Plex Sans"/>
                <a:ea typeface="IBM Plex Sans"/>
                <a:cs typeface="IBM Plex Sans"/>
                <a:sym typeface="IBM Plex Sans"/>
              </a:rPr>
              <a:t>Referencias · 16 / 17</a:t>
            </a:r>
            <a:endParaRPr b="0" i="0" sz="1200" u="none" cap="none" strike="noStrike">
              <a:solidFill>
                <a:schemeClr val="dk1"/>
              </a:solidFill>
              <a:latin typeface="IBM Plex Sans"/>
              <a:ea typeface="IBM Plex Sans"/>
              <a:cs typeface="IBM Plex Sans"/>
              <a:sym typeface="IBM Plex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2"/>
        </a:solidFill>
      </p:bgPr>
    </p:bg>
    <p:spTree>
      <p:nvGrpSpPr>
        <p:cNvPr id="470" name="Shape 470"/>
        <p:cNvGrpSpPr/>
        <p:nvPr/>
      </p:nvGrpSpPr>
      <p:grpSpPr>
        <a:xfrm>
          <a:off x="0" y="0"/>
          <a:ext cx="0" cy="0"/>
          <a:chOff x="0" y="0"/>
          <a:chExt cx="0" cy="0"/>
        </a:xfrm>
      </p:grpSpPr>
      <p:sp>
        <p:nvSpPr>
          <p:cNvPr id="471" name="Google Shape;471;p20"/>
          <p:cNvSpPr txBox="1"/>
          <p:nvPr>
            <p:ph type="title"/>
          </p:nvPr>
        </p:nvSpPr>
        <p:spPr>
          <a:xfrm>
            <a:off x="812721" y="711163"/>
            <a:ext cx="10883556" cy="44450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B2A41"/>
              </a:buClr>
              <a:buSzPts val="3000"/>
              <a:buFont typeface="IBM Plex Sans"/>
              <a:buNone/>
            </a:pPr>
            <a:r>
              <a:rPr b="1" i="0" lang="en-US" sz="3000">
                <a:solidFill>
                  <a:srgbClr val="1B2A41"/>
                </a:solidFill>
                <a:latin typeface="IBM Plex Sans"/>
                <a:ea typeface="IBM Plex Sans"/>
                <a:cs typeface="IBM Plex Sans"/>
                <a:sym typeface="IBM Plex Sans"/>
              </a:rPr>
              <a:t>Referencias (3 de 3)</a:t>
            </a:r>
            <a:endParaRPr sz="3000"/>
          </a:p>
        </p:txBody>
      </p:sp>
      <p:sp>
        <p:nvSpPr>
          <p:cNvPr id="472" name="Google Shape;472;p20"/>
          <p:cNvSpPr/>
          <p:nvPr/>
        </p:nvSpPr>
        <p:spPr>
          <a:xfrm>
            <a:off x="812721" y="1358863"/>
            <a:ext cx="10883556" cy="4873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1B2A41"/>
              </a:buClr>
              <a:buSzPts val="1400"/>
              <a:buFont typeface="IBM Plex Sans"/>
              <a:buNone/>
            </a:pPr>
            <a:r>
              <a:rPr b="0" i="0" lang="en-US" sz="1400" u="none" cap="none" strike="noStrike">
                <a:solidFill>
                  <a:srgbClr val="1B2A41"/>
                </a:solidFill>
                <a:latin typeface="IBM Plex Sans"/>
                <a:ea typeface="IBM Plex Sans"/>
                <a:cs typeface="IBM Plex Sans"/>
                <a:sym typeface="IBM Plex Sans"/>
              </a:rPr>
              <a:t>Banco Central de la República Argentina. (2023). </a:t>
            </a:r>
            <a:r>
              <a:rPr b="0" i="1" lang="en-US" sz="1400" u="none" cap="none" strike="noStrike">
                <a:solidFill>
                  <a:srgbClr val="1B2A41"/>
                </a:solidFill>
                <a:latin typeface="IBM Plex Sans"/>
                <a:ea typeface="IBM Plex Sans"/>
                <a:cs typeface="IBM Plex Sans"/>
                <a:sym typeface="IBM Plex Sans"/>
              </a:rPr>
              <a:t>Comunicación “A” 7724: Requisitos mínimos para la gestión y control de los riesgos de tecnología y seguridad de la información</a:t>
            </a:r>
            <a:r>
              <a:rPr b="0" i="0" lang="en-US" sz="1400" u="none" cap="none" strike="noStrike">
                <a:solidFill>
                  <a:srgbClr val="1B2A41"/>
                </a:solidFill>
                <a:latin typeface="IBM Plex Sans"/>
                <a:ea typeface="IBM Plex Sans"/>
                <a:cs typeface="IBM Plex Sans"/>
                <a:sym typeface="IBM Plex Sans"/>
              </a:rPr>
              <a:t>. https://www.bcra.gob.ar/archivos/Pdfs/comytexord/A7724.pdf</a:t>
            </a:r>
            <a:endParaRPr b="0" i="0" sz="1400" u="none" cap="none" strike="noStrike">
              <a:solidFill>
                <a:schemeClr val="dk1"/>
              </a:solidFill>
              <a:latin typeface="IBM Plex Sans"/>
              <a:ea typeface="IBM Plex Sans"/>
              <a:cs typeface="IBM Plex Sans"/>
              <a:sym typeface="IBM Plex Sans"/>
            </a:endParaRPr>
          </a:p>
        </p:txBody>
      </p:sp>
      <p:sp>
        <p:nvSpPr>
          <p:cNvPr id="473" name="Google Shape;473;p20"/>
          <p:cNvSpPr/>
          <p:nvPr/>
        </p:nvSpPr>
        <p:spPr>
          <a:xfrm>
            <a:off x="812721" y="1935125"/>
            <a:ext cx="10883556" cy="4873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1B2A41"/>
              </a:buClr>
              <a:buSzPts val="1400"/>
              <a:buFont typeface="IBM Plex Sans"/>
              <a:buNone/>
            </a:pPr>
            <a:r>
              <a:rPr b="0" i="0" lang="en-US" sz="1400" u="none" cap="none" strike="noStrike">
                <a:solidFill>
                  <a:srgbClr val="1B2A41"/>
                </a:solidFill>
                <a:latin typeface="IBM Plex Sans"/>
                <a:ea typeface="IBM Plex Sans"/>
                <a:cs typeface="IBM Plex Sans"/>
                <a:sym typeface="IBM Plex Sans"/>
              </a:rPr>
              <a:t>Banco Central de la República Argentina. (2026). </a:t>
            </a:r>
            <a:r>
              <a:rPr b="0" i="1" lang="en-US" sz="1400" u="none" cap="none" strike="noStrike">
                <a:solidFill>
                  <a:srgbClr val="1B2A41"/>
                </a:solidFill>
                <a:latin typeface="IBM Plex Sans"/>
                <a:ea typeface="IBM Plex Sans"/>
                <a:cs typeface="IBM Plex Sans"/>
                <a:sym typeface="IBM Plex Sans"/>
              </a:rPr>
              <a:t>Comunicación “A” 8471: Gestión del riesgo de fraude. Lineamientos para la gestión de riesgos en las entidades financieras</a:t>
            </a:r>
            <a:r>
              <a:rPr b="0" i="0" lang="en-US" sz="1400" u="none" cap="none" strike="noStrike">
                <a:solidFill>
                  <a:srgbClr val="1B2A41"/>
                </a:solidFill>
                <a:latin typeface="IBM Plex Sans"/>
                <a:ea typeface="IBM Plex Sans"/>
                <a:cs typeface="IBM Plex Sans"/>
                <a:sym typeface="IBM Plex Sans"/>
              </a:rPr>
              <a:t>. https://www.bcra.gob.ar/archivos/Pdfs/comytexord/A8471.pdf</a:t>
            </a:r>
            <a:endParaRPr b="0" i="0" sz="1400" u="none" cap="none" strike="noStrike">
              <a:solidFill>
                <a:schemeClr val="dk1"/>
              </a:solidFill>
              <a:latin typeface="IBM Plex Sans"/>
              <a:ea typeface="IBM Plex Sans"/>
              <a:cs typeface="IBM Plex Sans"/>
              <a:sym typeface="IBM Plex Sans"/>
            </a:endParaRPr>
          </a:p>
        </p:txBody>
      </p:sp>
      <p:sp>
        <p:nvSpPr>
          <p:cNvPr id="474" name="Google Shape;474;p20"/>
          <p:cNvSpPr/>
          <p:nvPr/>
        </p:nvSpPr>
        <p:spPr>
          <a:xfrm>
            <a:off x="812721" y="2511388"/>
            <a:ext cx="10883556" cy="4873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1B2A41"/>
              </a:buClr>
              <a:buSzPts val="1400"/>
              <a:buFont typeface="IBM Plex Sans"/>
              <a:buNone/>
            </a:pPr>
            <a:r>
              <a:rPr b="0" i="0" lang="en-US" sz="1400" u="none" cap="none" strike="noStrike">
                <a:solidFill>
                  <a:srgbClr val="1B2A41"/>
                </a:solidFill>
                <a:latin typeface="IBM Plex Sans"/>
                <a:ea typeface="IBM Plex Sans"/>
                <a:cs typeface="IBM Plex Sans"/>
                <a:sym typeface="IBM Plex Sans"/>
              </a:rPr>
              <a:t>Vassilev, A., Oprea, A., Fordyce, A., Anderson, H., Davies, X., &amp; Hamin, M. (2025). </a:t>
            </a:r>
            <a:r>
              <a:rPr b="0" i="1" lang="en-US" sz="1400" u="none" cap="none" strike="noStrike">
                <a:solidFill>
                  <a:srgbClr val="1B2A41"/>
                </a:solidFill>
                <a:latin typeface="IBM Plex Sans"/>
                <a:ea typeface="IBM Plex Sans"/>
                <a:cs typeface="IBM Plex Sans"/>
                <a:sym typeface="IBM Plex Sans"/>
              </a:rPr>
              <a:t>Adversarial machine learning: A taxonomy and terminology of attacks and mitigations</a:t>
            </a:r>
            <a:r>
              <a:rPr b="0" i="0" lang="en-US" sz="1400" u="none" cap="none" strike="noStrike">
                <a:solidFill>
                  <a:srgbClr val="1B2A41"/>
                </a:solidFill>
                <a:latin typeface="IBM Plex Sans"/>
                <a:ea typeface="IBM Plex Sans"/>
                <a:cs typeface="IBM Plex Sans"/>
                <a:sym typeface="IBM Plex Sans"/>
              </a:rPr>
              <a:t> (NIST AI 100-2 E2025). https://doi.org/10.6028/NIST.AI.100-2e2025</a:t>
            </a:r>
            <a:endParaRPr b="0" i="0" sz="1400" u="none" cap="none" strike="noStrike">
              <a:solidFill>
                <a:schemeClr val="dk1"/>
              </a:solidFill>
              <a:latin typeface="IBM Plex Sans"/>
              <a:ea typeface="IBM Plex Sans"/>
              <a:cs typeface="IBM Plex Sans"/>
              <a:sym typeface="IBM Plex Sans"/>
            </a:endParaRPr>
          </a:p>
        </p:txBody>
      </p:sp>
      <p:sp>
        <p:nvSpPr>
          <p:cNvPr id="475" name="Google Shape;475;p20"/>
          <p:cNvSpPr/>
          <p:nvPr/>
        </p:nvSpPr>
        <p:spPr>
          <a:xfrm>
            <a:off x="812721" y="3087650"/>
            <a:ext cx="10883556" cy="4873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1B2A41"/>
              </a:buClr>
              <a:buSzPts val="1400"/>
              <a:buFont typeface="IBM Plex Sans"/>
              <a:buNone/>
            </a:pPr>
            <a:r>
              <a:rPr b="0" i="0" lang="en-US" sz="1400" u="none" cap="none" strike="noStrike">
                <a:solidFill>
                  <a:srgbClr val="1B2A41"/>
                </a:solidFill>
                <a:latin typeface="IBM Plex Sans"/>
                <a:ea typeface="IBM Plex Sans"/>
                <a:cs typeface="IBM Plex Sans"/>
                <a:sym typeface="IBM Plex Sans"/>
              </a:rPr>
              <a:t>Dal Pozzolo, A., Boracchi, G., Caelen, O., Alippi, C., &amp; Bontempi, G. (2018). Credit card fraud detection: A realistic modeling and a novel learning strategy. </a:t>
            </a:r>
            <a:r>
              <a:rPr b="0" i="1" lang="en-US" sz="1400" u="none" cap="none" strike="noStrike">
                <a:solidFill>
                  <a:srgbClr val="1B2A41"/>
                </a:solidFill>
                <a:latin typeface="IBM Plex Sans"/>
                <a:ea typeface="IBM Plex Sans"/>
                <a:cs typeface="IBM Plex Sans"/>
                <a:sym typeface="IBM Plex Sans"/>
              </a:rPr>
              <a:t>IEEE Transactions on Neural Networks and Learning Systems</a:t>
            </a:r>
            <a:r>
              <a:rPr b="0" i="0" lang="en-US" sz="1400" u="none" cap="none" strike="noStrike">
                <a:solidFill>
                  <a:srgbClr val="1B2A41"/>
                </a:solidFill>
                <a:latin typeface="IBM Plex Sans"/>
                <a:ea typeface="IBM Plex Sans"/>
                <a:cs typeface="IBM Plex Sans"/>
                <a:sym typeface="IBM Plex Sans"/>
              </a:rPr>
              <a:t>. https://doi.org/10.1109/TNNLS.2017.2736643</a:t>
            </a:r>
            <a:endParaRPr b="0" i="0" sz="1400" u="none" cap="none" strike="noStrike">
              <a:solidFill>
                <a:schemeClr val="dk1"/>
              </a:solidFill>
              <a:latin typeface="IBM Plex Sans"/>
              <a:ea typeface="IBM Plex Sans"/>
              <a:cs typeface="IBM Plex Sans"/>
              <a:sym typeface="IBM Plex Sans"/>
            </a:endParaRPr>
          </a:p>
        </p:txBody>
      </p:sp>
      <p:sp>
        <p:nvSpPr>
          <p:cNvPr id="476" name="Google Shape;476;p20"/>
          <p:cNvSpPr/>
          <p:nvPr/>
        </p:nvSpPr>
        <p:spPr>
          <a:xfrm>
            <a:off x="812721" y="3663913"/>
            <a:ext cx="10883556" cy="4873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1B2A41"/>
              </a:buClr>
              <a:buSzPts val="1400"/>
              <a:buFont typeface="IBM Plex Sans"/>
              <a:buNone/>
            </a:pPr>
            <a:r>
              <a:rPr b="0" i="0" lang="en-US" sz="1400" u="none" cap="none" strike="noStrike">
                <a:solidFill>
                  <a:srgbClr val="1B2A41"/>
                </a:solidFill>
                <a:latin typeface="IBM Plex Sans"/>
                <a:ea typeface="IBM Plex Sans"/>
                <a:cs typeface="IBM Plex Sans"/>
                <a:sym typeface="IBM Plex Sans"/>
              </a:rPr>
              <a:t>Cátedra de Ingeniería y Calidad de Software, UTN FRC. (2026). </a:t>
            </a:r>
            <a:r>
              <a:rPr b="0" i="1" lang="en-US" sz="1400" u="none" cap="none" strike="noStrike">
                <a:solidFill>
                  <a:srgbClr val="1B2A41"/>
                </a:solidFill>
                <a:latin typeface="IBM Plex Sans"/>
                <a:ea typeface="IBM Plex Sans"/>
                <a:cs typeface="IBM Plex Sans"/>
                <a:sym typeface="IBM Plex Sans"/>
              </a:rPr>
              <a:t>SCM: Gestión de configuración de software</a:t>
            </a:r>
            <a:r>
              <a:rPr b="0" i="0" lang="en-US" sz="1400" u="none" cap="none" strike="noStrike">
                <a:solidFill>
                  <a:srgbClr val="1B2A41"/>
                </a:solidFill>
                <a:latin typeface="IBM Plex Sans"/>
                <a:ea typeface="IBM Plex Sans"/>
                <a:cs typeface="IBM Plex Sans"/>
                <a:sym typeface="IBM Plex Sans"/>
              </a:rPr>
              <a:t> [Presentación de clase] y </a:t>
            </a:r>
            <a:r>
              <a:rPr b="0" i="1" lang="en-US" sz="1400" u="none" cap="none" strike="noStrike">
                <a:solidFill>
                  <a:srgbClr val="1B2A41"/>
                </a:solidFill>
                <a:latin typeface="IBM Plex Sans"/>
                <a:ea typeface="IBM Plex Sans"/>
                <a:cs typeface="IBM Plex Sans"/>
                <a:sym typeface="IBM Plex Sans"/>
              </a:rPr>
              <a:t>Lineamientos para trabajos de investigación grupales (TIG)</a:t>
            </a:r>
            <a:r>
              <a:rPr b="0" i="0" lang="en-US" sz="1400" u="none" cap="none" strike="noStrike">
                <a:solidFill>
                  <a:srgbClr val="1B2A41"/>
                </a:solidFill>
                <a:latin typeface="IBM Plex Sans"/>
                <a:ea typeface="IBM Plex Sans"/>
                <a:cs typeface="IBM Plex Sans"/>
                <a:sym typeface="IBM Plex Sans"/>
              </a:rPr>
              <a:t>, 2.º cuatrimestre.</a:t>
            </a:r>
            <a:endParaRPr b="0" i="0" sz="1400" u="none" cap="none" strike="noStrike">
              <a:solidFill>
                <a:schemeClr val="dk1"/>
              </a:solidFill>
              <a:latin typeface="IBM Plex Sans"/>
              <a:ea typeface="IBM Plex Sans"/>
              <a:cs typeface="IBM Plex Sans"/>
              <a:sym typeface="IBM Plex Sans"/>
            </a:endParaRPr>
          </a:p>
        </p:txBody>
      </p:sp>
      <p:sp>
        <p:nvSpPr>
          <p:cNvPr id="477" name="Google Shape;477;p20"/>
          <p:cNvSpPr/>
          <p:nvPr/>
        </p:nvSpPr>
        <p:spPr>
          <a:xfrm>
            <a:off x="812721" y="4240175"/>
            <a:ext cx="10883556" cy="487363"/>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1B2A41"/>
              </a:buClr>
              <a:buSzPts val="1400"/>
              <a:buFont typeface="IBM Plex Sans"/>
              <a:buNone/>
            </a:pPr>
            <a:r>
              <a:rPr b="0" i="0" lang="en-US" sz="1400" u="none" cap="none" strike="noStrike">
                <a:solidFill>
                  <a:srgbClr val="1B2A41"/>
                </a:solidFill>
                <a:latin typeface="IBM Plex Sans"/>
                <a:ea typeface="IBM Plex Sans"/>
                <a:cs typeface="IBM Plex Sans"/>
                <a:sym typeface="IBM Plex Sans"/>
              </a:rPr>
              <a:t>Anthropic. (2026). </a:t>
            </a:r>
            <a:r>
              <a:rPr b="0" i="1" lang="en-US" sz="1400" u="none" cap="none" strike="noStrike">
                <a:solidFill>
                  <a:srgbClr val="1B2A41"/>
                </a:solidFill>
                <a:latin typeface="IBM Plex Sans"/>
                <a:ea typeface="IBM Plex Sans"/>
                <a:cs typeface="IBM Plex Sans"/>
                <a:sym typeface="IBM Plex Sans"/>
              </a:rPr>
              <a:t>Claude</a:t>
            </a:r>
            <a:r>
              <a:rPr b="0" i="0" lang="en-US" sz="1400" u="none" cap="none" strike="noStrike">
                <a:solidFill>
                  <a:srgbClr val="1B2A41"/>
                </a:solidFill>
                <a:latin typeface="IBM Plex Sans"/>
                <a:ea typeface="IBM Plex Sans"/>
                <a:cs typeface="IBM Plex Sans"/>
                <a:sym typeface="IBM Plex Sans"/>
              </a:rPr>
              <a:t> (Opus 5.5) [Modelo de lenguaje]. Usado para generar el borrador completo de las diapositivas, el guion y las notas a partir del material de la cátedra, y para revisarlo contra los lineamientos.</a:t>
            </a:r>
            <a:endParaRPr b="0" i="0" sz="1400" u="none" cap="none" strike="noStrike">
              <a:solidFill>
                <a:schemeClr val="dk1"/>
              </a:solidFill>
              <a:latin typeface="IBM Plex Sans"/>
              <a:ea typeface="IBM Plex Sans"/>
              <a:cs typeface="IBM Plex Sans"/>
              <a:sym typeface="IBM Plex Sans"/>
            </a:endParaRPr>
          </a:p>
        </p:txBody>
      </p:sp>
      <p:sp>
        <p:nvSpPr>
          <p:cNvPr id="478" name="Google Shape;478;p20"/>
          <p:cNvSpPr/>
          <p:nvPr/>
        </p:nvSpPr>
        <p:spPr>
          <a:xfrm>
            <a:off x="812721" y="6238280"/>
            <a:ext cx="7194469" cy="2387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E6673"/>
              </a:buClr>
              <a:buSzPts val="1200"/>
              <a:buFont typeface="IBM Plex Sans"/>
              <a:buNone/>
            </a:pPr>
            <a:r>
              <a:rPr b="0" i="0" lang="en-US" sz="1200" u="none" cap="none" strike="noStrike">
                <a:solidFill>
                  <a:srgbClr val="5E6673"/>
                </a:solidFill>
                <a:latin typeface="IBM Plex Sans"/>
                <a:ea typeface="IBM Plex Sans"/>
                <a:cs typeface="IBM Plex Sans"/>
                <a:sym typeface="IBM Plex Sans"/>
              </a:rPr>
              <a:t>UTN FRC · Ingeniería y Calidad de Software · 4K3 · Grupo 13</a:t>
            </a:r>
            <a:endParaRPr b="0" i="0" sz="1200" u="none" cap="none" strike="noStrike">
              <a:solidFill>
                <a:schemeClr val="dk1"/>
              </a:solidFill>
              <a:latin typeface="IBM Plex Sans"/>
              <a:ea typeface="IBM Plex Sans"/>
              <a:cs typeface="IBM Plex Sans"/>
              <a:sym typeface="IBM Plex Sans"/>
            </a:endParaRPr>
          </a:p>
        </p:txBody>
      </p:sp>
      <p:sp>
        <p:nvSpPr>
          <p:cNvPr id="479" name="Google Shape;479;p20"/>
          <p:cNvSpPr/>
          <p:nvPr/>
        </p:nvSpPr>
        <p:spPr>
          <a:xfrm>
            <a:off x="8632270" y="6238280"/>
            <a:ext cx="2747010" cy="23876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5E6673"/>
              </a:buClr>
              <a:buSzPts val="1200"/>
              <a:buFont typeface="IBM Plex Sans"/>
              <a:buNone/>
            </a:pPr>
            <a:r>
              <a:rPr b="0" i="0" lang="en-US" sz="1200" u="none" cap="none" strike="noStrike">
                <a:solidFill>
                  <a:srgbClr val="5E6673"/>
                </a:solidFill>
                <a:latin typeface="IBM Plex Sans"/>
                <a:ea typeface="IBM Plex Sans"/>
                <a:cs typeface="IBM Plex Sans"/>
                <a:sym typeface="IBM Plex Sans"/>
              </a:rPr>
              <a:t>Referencias · 17 / 17</a:t>
            </a:r>
            <a:endParaRPr b="0" i="0" sz="1200" u="none" cap="none" strike="noStrike">
              <a:solidFill>
                <a:schemeClr val="dk1"/>
              </a:solidFill>
              <a:latin typeface="IBM Plex Sans"/>
              <a:ea typeface="IBM Plex Sans"/>
              <a:cs typeface="IBM Plex Sans"/>
              <a:sym typeface="IBM Plex Sans"/>
            </a:endParaRPr>
          </a:p>
        </p:txBody>
      </p:sp>
    </p:spTree>
  </p:cSld>
  <p:clrMapOvr>
    <a:masterClrMapping/>
  </p:clrMapOvr>
</p:sld>
</file>

<file path=ppt/theme/theme1.xml><?xml version="1.0" encoding="utf-8"?>
<a:theme xmlns:a="http://schemas.openxmlformats.org/drawingml/2006/main" xmlns:r="http://schemas.openxmlformats.org/officeDocument/2006/relationships" name="Despliegue de un modelo de Machine Learning – Grupo 13">
  <a:themeElements>
    <a:clrScheme name="Despliegue de un modelo de Machine Learning – Grupo 13">
      <a:dk1>
        <a:srgbClr val="1B2A41"/>
      </a:dk1>
      <a:lt1>
        <a:srgbClr val="F7F6F2"/>
      </a:lt1>
      <a:dk2>
        <a:srgbClr val="525D6D"/>
      </a:dk2>
      <a:lt2>
        <a:srgbClr val="E1E2E0"/>
      </a:lt2>
      <a:accent1>
        <a:srgbClr val="2B5C9E"/>
      </a:accent1>
      <a:accent2>
        <a:srgbClr val="F7D9BF"/>
      </a:accent2>
      <a:accent3>
        <a:srgbClr val="E0783A"/>
      </a:accent3>
      <a:accent4>
        <a:srgbClr val="D64545"/>
      </a:accent4>
      <a:accent5>
        <a:srgbClr val="F2A93B"/>
      </a:accent5>
      <a:accent6>
        <a:srgbClr val="3BA55C"/>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espliegue de un modelo de Machine Learning – Grupo 13">
  <a:themeElements>
    <a:clrScheme name="Despliegue de un modelo de Machine Learning – Grupo 13">
      <a:dk1>
        <a:srgbClr val="1B2A41"/>
      </a:dk1>
      <a:lt1>
        <a:srgbClr val="F7F6F2"/>
      </a:lt1>
      <a:dk2>
        <a:srgbClr val="525D6D"/>
      </a:dk2>
      <a:lt2>
        <a:srgbClr val="E1E2E0"/>
      </a:lt2>
      <a:accent1>
        <a:srgbClr val="2B5C9E"/>
      </a:accent1>
      <a:accent2>
        <a:srgbClr val="F7D9BF"/>
      </a:accent2>
      <a:accent3>
        <a:srgbClr val="E0783A"/>
      </a:accent3>
      <a:accent4>
        <a:srgbClr val="D64545"/>
      </a:accent4>
      <a:accent5>
        <a:srgbClr val="F2A93B"/>
      </a:accent5>
      <a:accent6>
        <a:srgbClr val="3BA55C"/>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